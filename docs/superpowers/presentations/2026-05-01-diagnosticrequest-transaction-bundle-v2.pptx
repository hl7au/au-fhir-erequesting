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sldIdLst>
    <p:sldId id="256" r:id="rId5"/>
    <p:sldId id="269" r:id="rId6"/>
    <p:sldId id="270" r:id="rId7"/>
    <p:sldId id="272" r:id="rId8"/>
    <p:sldId id="273" r:id="rId9"/>
    <p:sldId id="274" r:id="rId10"/>
    <p:sldId id="275" r:id="rId11"/>
    <p:sldId id="276" r:id="rId12"/>
    <p:sldId id="277" r:id="rId13"/>
    <p:sldId id="279" r:id="rId14"/>
    <p:sldId id="280" r:id="rId15"/>
    <p:sldId id="281" r:id="rId16"/>
    <p:sldId id="278" r:id="rId17"/>
    <p:sldId id="283" r:id="rId18"/>
    <p:sldId id="282" r:id="rId19"/>
    <p:sldId id="26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B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0BE624-9260-6B49-BC32-E719F97A8783}" v="34" dt="2026-05-17T23:11:59.5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7072"/>
  </p:normalViewPr>
  <p:slideViewPr>
    <p:cSldViewPr snapToGrid="0">
      <p:cViewPr varScale="1">
        <p:scale>
          <a:sx n="137" d="100"/>
          <a:sy n="137" d="100"/>
        </p:scale>
        <p:origin x="200" y="752"/>
      </p:cViewPr>
      <p:guideLst/>
    </p:cSldViewPr>
  </p:slideViewPr>
  <p:notesTextViewPr>
    <p:cViewPr>
      <p:scale>
        <a:sx n="1" d="1"/>
        <a:sy n="1" d="1"/>
      </p:scale>
      <p:origin x="0" y="0"/>
    </p:cViewPr>
  </p:notesTextViewPr>
  <p:notesViewPr>
    <p:cSldViewPr snapToGrid="0">
      <p:cViewPr varScale="1">
        <p:scale>
          <a:sx n="48" d="100"/>
          <a:sy n="48" d="100"/>
        </p:scale>
        <p:origin x="2752" y="3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notesMaster" Target="notesMasters/notesMaster1.xml"/><Relationship Id="rId22" Type="http://schemas.openxmlformats.org/officeDocument/2006/relationships/commentAuthors" Target="commentAuthors.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5/10/relationships/revisionInfo" Target="revisionInfo.xml"/><Relationship Id="rId28"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CF68BC-C0C1-4740-B1BC-01AF8EFFB980}" type="datetimeFigureOut">
              <a:rPr lang="en-US" smtClean="0"/>
              <a:t>5/15/26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E82FD2-F864-2E4E-ACF0-2DBC196A7066}" type="slidenum">
              <a:rPr lang="en-US" smtClean="0"/>
              <a:t>‹#›</a:t>
            </a:fld>
            <a:endParaRPr lang="en-US" dirty="0"/>
          </a:p>
        </p:txBody>
      </p:sp>
    </p:spTree>
    <p:extLst>
      <p:ext uri="{BB962C8B-B14F-4D97-AF65-F5344CB8AC3E}">
        <p14:creationId xmlns:p14="http://schemas.microsoft.com/office/powerpoint/2010/main" val="4107142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2AF3450-104B-47D0-B01B-DC08566F9D2C}"/>
              </a:ext>
            </a:extLst>
          </p:cNvPr>
          <p:cNvSpPr>
            <a:spLocks noGrp="1"/>
          </p:cNvSpPr>
          <p:nvPr>
            <p:ph type="pic" sz="quarter" idx="10"/>
          </p:nvPr>
        </p:nvSpPr>
        <p:spPr>
          <a:xfrm>
            <a:off x="3686175" y="0"/>
            <a:ext cx="8505825" cy="6858000"/>
          </a:xfrm>
          <a:custGeom>
            <a:avLst/>
            <a:gdLst>
              <a:gd name="connsiteX0" fmla="*/ 1701752 w 8505825"/>
              <a:gd name="connsiteY0" fmla="*/ 0 h 6858000"/>
              <a:gd name="connsiteX1" fmla="*/ 8505825 w 8505825"/>
              <a:gd name="connsiteY1" fmla="*/ 0 h 6858000"/>
              <a:gd name="connsiteX2" fmla="*/ 8505825 w 8505825"/>
              <a:gd name="connsiteY2" fmla="*/ 6858000 h 6858000"/>
              <a:gd name="connsiteX3" fmla="*/ 0 w 8505825"/>
              <a:gd name="connsiteY3" fmla="*/ 6858000 h 6858000"/>
              <a:gd name="connsiteX4" fmla="*/ 0 w 8505825"/>
              <a:gd name="connsiteY4" fmla="*/ 6837396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5825" h="6858000">
                <a:moveTo>
                  <a:pt x="1701752" y="0"/>
                </a:moveTo>
                <a:lnTo>
                  <a:pt x="8505825" y="0"/>
                </a:lnTo>
                <a:lnTo>
                  <a:pt x="8505825" y="6858000"/>
                </a:lnTo>
                <a:lnTo>
                  <a:pt x="0" y="6858000"/>
                </a:lnTo>
                <a:lnTo>
                  <a:pt x="0" y="6837396"/>
                </a:lnTo>
                <a:close/>
              </a:path>
            </a:pathLst>
          </a:custGeom>
        </p:spPr>
        <p:txBody>
          <a:bodyPr wrap="square" anchor="ctr">
            <a:noAutofit/>
          </a:bodyPr>
          <a:lstStyle>
            <a:lvl1pPr marL="0" indent="0" algn="ctr">
              <a:buNone/>
              <a:defRPr/>
            </a:lvl1pPr>
          </a:lstStyle>
          <a:p>
            <a:r>
              <a:rPr lang="en-GB"/>
              <a:t>Click icon to add picture</a:t>
            </a:r>
            <a:endParaRPr lang="en-US" dirty="0"/>
          </a:p>
        </p:txBody>
      </p:sp>
      <p:cxnSp>
        <p:nvCxnSpPr>
          <p:cNvPr id="13" name="Straight Connector 12">
            <a:extLst>
              <a:ext uri="{FF2B5EF4-FFF2-40B4-BE49-F238E27FC236}">
                <a16:creationId xmlns:a16="http://schemas.microsoft.com/office/drawing/2014/main" id="{93C4921B-870F-DA4B-99FE-526B47FAF5FF}"/>
              </a:ext>
            </a:extLst>
          </p:cNvPr>
          <p:cNvCxnSpPr/>
          <p:nvPr userDrawn="1"/>
        </p:nvCxnSpPr>
        <p:spPr>
          <a:xfrm flipH="1">
            <a:off x="3510116" y="0"/>
            <a:ext cx="1533832" cy="6091084"/>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Title 11">
            <a:extLst>
              <a:ext uri="{FF2B5EF4-FFF2-40B4-BE49-F238E27FC236}">
                <a16:creationId xmlns:a16="http://schemas.microsoft.com/office/drawing/2014/main" id="{3C217E0E-2C1A-4D03-BC55-D7D6609B8121}"/>
              </a:ext>
            </a:extLst>
          </p:cNvPr>
          <p:cNvSpPr>
            <a:spLocks noGrp="1"/>
          </p:cNvSpPr>
          <p:nvPr>
            <p:ph type="title"/>
          </p:nvPr>
        </p:nvSpPr>
        <p:spPr>
          <a:xfrm>
            <a:off x="693683" y="879635"/>
            <a:ext cx="7659486" cy="1198178"/>
          </a:xfrm>
          <a:custGeom>
            <a:avLst/>
            <a:gdLst>
              <a:gd name="connsiteX0" fmla="*/ 0 w 7659486"/>
              <a:gd name="connsiteY0" fmla="*/ 0 h 1198178"/>
              <a:gd name="connsiteX1" fmla="*/ 7659486 w 7659486"/>
              <a:gd name="connsiteY1" fmla="*/ 0 h 1198178"/>
              <a:gd name="connsiteX2" fmla="*/ 7355455 w 7659486"/>
              <a:gd name="connsiteY2" fmla="*/ 1198178 h 1198178"/>
              <a:gd name="connsiteX3" fmla="*/ 0 w 7659486"/>
              <a:gd name="connsiteY3" fmla="*/ 1198178 h 1198178"/>
            </a:gdLst>
            <a:ahLst/>
            <a:cxnLst>
              <a:cxn ang="0">
                <a:pos x="connsiteX0" y="connsiteY0"/>
              </a:cxn>
              <a:cxn ang="0">
                <a:pos x="connsiteX1" y="connsiteY1"/>
              </a:cxn>
              <a:cxn ang="0">
                <a:pos x="connsiteX2" y="connsiteY2"/>
              </a:cxn>
              <a:cxn ang="0">
                <a:pos x="connsiteX3" y="connsiteY3"/>
              </a:cxn>
            </a:cxnLst>
            <a:rect l="l" t="t" r="r" b="b"/>
            <a:pathLst>
              <a:path w="7659486" h="1198178">
                <a:moveTo>
                  <a:pt x="0" y="0"/>
                </a:moveTo>
                <a:lnTo>
                  <a:pt x="7659486" y="0"/>
                </a:lnTo>
                <a:lnTo>
                  <a:pt x="7355455" y="1198178"/>
                </a:lnTo>
                <a:lnTo>
                  <a:pt x="0" y="1198178"/>
                </a:lnTo>
                <a:close/>
              </a:path>
            </a:pathLst>
          </a:custGeom>
          <a:solidFill>
            <a:schemeClr val="accent2"/>
          </a:solidFill>
        </p:spPr>
        <p:txBody>
          <a:bodyPr wrap="square" lIns="320040">
            <a:noAutofit/>
          </a:bodyPr>
          <a:lstStyle>
            <a:lvl1pPr>
              <a:defRPr sz="3600" cap="all" spc="300" baseline="0">
                <a:solidFill>
                  <a:schemeClr val="bg1"/>
                </a:solidFill>
              </a:defRPr>
            </a:lvl1pPr>
          </a:lstStyle>
          <a:p>
            <a:r>
              <a:rPr lang="en-GB"/>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916016" y="2551819"/>
            <a:ext cx="2952599" cy="1781642"/>
          </a:xfrm>
        </p:spPr>
        <p:txBody>
          <a:bodyPr>
            <a:normAutofit/>
          </a:bodyPr>
          <a:lstStyle>
            <a:lvl1pPr marL="0" indent="0" algn="l">
              <a:buNone/>
              <a:defRPr sz="2000" spc="140" baseline="0">
                <a:solidFill>
                  <a:schemeClr val="tx2"/>
                </a:solidFill>
                <a:latin typeface="Tw Cen MT" panose="020B06020201040206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pic>
        <p:nvPicPr>
          <p:cNvPr id="4" name="Picture 3" descr="A picture containing text, sign&#10;&#10;Description automatically generated">
            <a:extLst>
              <a:ext uri="{FF2B5EF4-FFF2-40B4-BE49-F238E27FC236}">
                <a16:creationId xmlns:a16="http://schemas.microsoft.com/office/drawing/2014/main" id="{E046EE45-382F-CD22-FC30-826B290FE0D6}"/>
              </a:ext>
            </a:extLst>
          </p:cNvPr>
          <p:cNvPicPr>
            <a:picLocks noChangeAspect="1"/>
          </p:cNvPicPr>
          <p:nvPr userDrawn="1"/>
        </p:nvPicPr>
        <p:blipFill>
          <a:blip r:embed="rId2"/>
          <a:stretch>
            <a:fillRect/>
          </a:stretch>
        </p:blipFill>
        <p:spPr>
          <a:xfrm>
            <a:off x="728321" y="4892907"/>
            <a:ext cx="2495863" cy="1131458"/>
          </a:xfrm>
          <a:prstGeom prst="rect">
            <a:avLst/>
          </a:prstGeom>
        </p:spPr>
      </p:pic>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AA6943C0-A7A3-4C4C-BEB2-9176DE863005}"/>
              </a:ext>
            </a:extLst>
          </p:cNvPr>
          <p:cNvSpPr>
            <a:spLocks noGrp="1"/>
          </p:cNvSpPr>
          <p:nvPr>
            <p:ph type="pic" sz="quarter" idx="13"/>
          </p:nvPr>
        </p:nvSpPr>
        <p:spPr>
          <a:xfrm>
            <a:off x="3681047" y="0"/>
            <a:ext cx="8510952" cy="6858000"/>
          </a:xfrm>
          <a:custGeom>
            <a:avLst/>
            <a:gdLst>
              <a:gd name="connsiteX0" fmla="*/ 1706880 w 8510952"/>
              <a:gd name="connsiteY0" fmla="*/ 0 h 6858000"/>
              <a:gd name="connsiteX1" fmla="*/ 8510952 w 8510952"/>
              <a:gd name="connsiteY1" fmla="*/ 0 h 6858000"/>
              <a:gd name="connsiteX2" fmla="*/ 8510952 w 8510952"/>
              <a:gd name="connsiteY2" fmla="*/ 6858000 h 6858000"/>
              <a:gd name="connsiteX3" fmla="*/ 0 w 851095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510952" h="6858000">
                <a:moveTo>
                  <a:pt x="1706880" y="0"/>
                </a:moveTo>
                <a:lnTo>
                  <a:pt x="8510952" y="0"/>
                </a:lnTo>
                <a:lnTo>
                  <a:pt x="8510952" y="6858000"/>
                </a:lnTo>
                <a:lnTo>
                  <a:pt x="0" y="6858000"/>
                </a:lnTo>
                <a:close/>
              </a:path>
            </a:pathLst>
          </a:custGeom>
        </p:spPr>
        <p:txBody>
          <a:bodyPr wrap="square" anchor="ctr">
            <a:noAutofit/>
          </a:bodyPr>
          <a:lstStyle>
            <a:lvl1pPr marL="0" indent="0" algn="ctr">
              <a:buNone/>
              <a:defRPr>
                <a:latin typeface="+mj-lt"/>
              </a:defRPr>
            </a:lvl1pPr>
          </a:lstStyle>
          <a:p>
            <a:r>
              <a:rPr lang="en-GB"/>
              <a:t>Click icon to add picture</a:t>
            </a:r>
            <a:endParaRPr lang="en-US" dirty="0"/>
          </a:p>
        </p:txBody>
      </p:sp>
      <p:cxnSp>
        <p:nvCxnSpPr>
          <p:cNvPr id="4" name="Straight Connector 3">
            <a:extLst>
              <a:ext uri="{FF2B5EF4-FFF2-40B4-BE49-F238E27FC236}">
                <a16:creationId xmlns:a16="http://schemas.microsoft.com/office/drawing/2014/main" id="{104F3C93-C085-8A47-9A2A-6AD3F3D69F4E}"/>
              </a:ext>
            </a:extLst>
          </p:cNvPr>
          <p:cNvCxnSpPr/>
          <p:nvPr userDrawn="1"/>
        </p:nvCxnSpPr>
        <p:spPr>
          <a:xfrm flipH="1">
            <a:off x="3510116" y="0"/>
            <a:ext cx="1533832" cy="6091084"/>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941283B3-F5BE-4FDF-829D-D1BE17F71653}"/>
              </a:ext>
            </a:extLst>
          </p:cNvPr>
          <p:cNvSpPr>
            <a:spLocks noGrp="1"/>
          </p:cNvSpPr>
          <p:nvPr>
            <p:ph type="ctrTitle"/>
          </p:nvPr>
        </p:nvSpPr>
        <p:spPr>
          <a:xfrm>
            <a:off x="693682" y="879635"/>
            <a:ext cx="7459717" cy="1198179"/>
          </a:xfrm>
          <a:custGeom>
            <a:avLst/>
            <a:gdLst>
              <a:gd name="connsiteX0" fmla="*/ 0 w 6192892"/>
              <a:gd name="connsiteY0" fmla="*/ 0 h 1198179"/>
              <a:gd name="connsiteX1" fmla="*/ 6192892 w 6192892"/>
              <a:gd name="connsiteY1" fmla="*/ 0 h 1198179"/>
              <a:gd name="connsiteX2" fmla="*/ 5947075 w 6192892"/>
              <a:gd name="connsiteY2" fmla="*/ 1198179 h 1198179"/>
              <a:gd name="connsiteX3" fmla="*/ 0 w 6192892"/>
              <a:gd name="connsiteY3" fmla="*/ 1198179 h 1198179"/>
            </a:gdLst>
            <a:ahLst/>
            <a:cxnLst>
              <a:cxn ang="0">
                <a:pos x="connsiteX0" y="connsiteY0"/>
              </a:cxn>
              <a:cxn ang="0">
                <a:pos x="connsiteX1" y="connsiteY1"/>
              </a:cxn>
              <a:cxn ang="0">
                <a:pos x="connsiteX2" y="connsiteY2"/>
              </a:cxn>
              <a:cxn ang="0">
                <a:pos x="connsiteX3" y="connsiteY3"/>
              </a:cxn>
            </a:cxnLst>
            <a:rect l="l" t="t" r="r" b="b"/>
            <a:pathLst>
              <a:path w="6192892" h="1198179">
                <a:moveTo>
                  <a:pt x="0" y="0"/>
                </a:moveTo>
                <a:lnTo>
                  <a:pt x="6192892" y="0"/>
                </a:lnTo>
                <a:lnTo>
                  <a:pt x="5947075" y="1198179"/>
                </a:lnTo>
                <a:lnTo>
                  <a:pt x="0" y="1198179"/>
                </a:lnTo>
                <a:close/>
              </a:path>
            </a:pathLst>
          </a:custGeom>
          <a:solidFill>
            <a:schemeClr val="accent2"/>
          </a:solidFill>
        </p:spPr>
        <p:txBody>
          <a:bodyPr wrap="square" lIns="320040" anchor="ctr">
            <a:noAutofit/>
          </a:bodyPr>
          <a:lstStyle>
            <a:lvl1pPr algn="l">
              <a:defRPr sz="3600" cap="all" spc="300" baseline="0">
                <a:solidFill>
                  <a:schemeClr val="bg1"/>
                </a:solidFill>
                <a:latin typeface="+mj-lt"/>
              </a:defRPr>
            </a:lvl1pPr>
          </a:lstStyle>
          <a:p>
            <a:r>
              <a:rPr lang="en-GB"/>
              <a:t>Click to edit Master title style</a:t>
            </a:r>
            <a:endParaRPr lang="en-US" dirty="0"/>
          </a:p>
        </p:txBody>
      </p:sp>
      <p:sp>
        <p:nvSpPr>
          <p:cNvPr id="6" name="Subtitle 2">
            <a:extLst>
              <a:ext uri="{FF2B5EF4-FFF2-40B4-BE49-F238E27FC236}">
                <a16:creationId xmlns:a16="http://schemas.microsoft.com/office/drawing/2014/main" id="{B641A16B-3688-D842-92F4-5D2C2811539F}"/>
              </a:ext>
            </a:extLst>
          </p:cNvPr>
          <p:cNvSpPr>
            <a:spLocks noGrp="1"/>
          </p:cNvSpPr>
          <p:nvPr>
            <p:ph type="subTitle" idx="1"/>
          </p:nvPr>
        </p:nvSpPr>
        <p:spPr>
          <a:xfrm>
            <a:off x="916016" y="2551819"/>
            <a:ext cx="2952599" cy="3539265"/>
          </a:xfrm>
        </p:spPr>
        <p:txBody>
          <a:bodyPr>
            <a:normAutofit/>
          </a:bodyPr>
          <a:lstStyle>
            <a:lvl1pPr marL="0" indent="0" algn="l">
              <a:lnSpc>
                <a:spcPct val="100000"/>
              </a:lnSpc>
              <a:buNone/>
              <a:defRPr sz="2000" spc="140" baseline="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Date Placeholder 3">
            <a:extLst>
              <a:ext uri="{FF2B5EF4-FFF2-40B4-BE49-F238E27FC236}">
                <a16:creationId xmlns:a16="http://schemas.microsoft.com/office/drawing/2014/main" id="{A19933E8-EEFC-754B-93AE-557EFF8A79B0}"/>
              </a:ext>
            </a:extLst>
          </p:cNvPr>
          <p:cNvSpPr>
            <a:spLocks noGrp="1"/>
          </p:cNvSpPr>
          <p:nvPr>
            <p:ph type="dt" sz="half" idx="10"/>
          </p:nvPr>
        </p:nvSpPr>
        <p:spPr>
          <a:xfrm>
            <a:off x="381000" y="6356350"/>
            <a:ext cx="1730829" cy="365125"/>
          </a:xfrm>
        </p:spPr>
        <p:txBody>
          <a:bodyPr/>
          <a:lstStyle>
            <a:lvl1pPr>
              <a:defRPr sz="1000">
                <a:latin typeface="+mj-lt"/>
              </a:defRPr>
            </a:lvl1pPr>
          </a:lstStyle>
          <a:p>
            <a:fld id="{95937ADF-F9E1-BA4B-9DD9-49C1B8F55FAB}" type="datetime1">
              <a:rPr lang="en-US" smtClean="0"/>
              <a:pPr/>
              <a:t>5/15/26</a:t>
            </a:fld>
            <a:endParaRPr lang="en-US" dirty="0"/>
          </a:p>
        </p:txBody>
      </p:sp>
      <p:sp>
        <p:nvSpPr>
          <p:cNvPr id="8" name="Footer Placeholder 4">
            <a:extLst>
              <a:ext uri="{FF2B5EF4-FFF2-40B4-BE49-F238E27FC236}">
                <a16:creationId xmlns:a16="http://schemas.microsoft.com/office/drawing/2014/main" id="{F21EDEC1-EB5D-6C48-A2AB-048088167CCD}"/>
              </a:ext>
            </a:extLst>
          </p:cNvPr>
          <p:cNvSpPr>
            <a:spLocks noGrp="1"/>
          </p:cNvSpPr>
          <p:nvPr>
            <p:ph type="ftr" sz="quarter" idx="11"/>
          </p:nvPr>
        </p:nvSpPr>
        <p:spPr>
          <a:xfrm>
            <a:off x="4038600" y="6356350"/>
            <a:ext cx="4114800" cy="365125"/>
          </a:xfrm>
        </p:spPr>
        <p:txBody>
          <a:bodyPr/>
          <a:lstStyle>
            <a:lvl1pPr>
              <a:defRPr sz="1000">
                <a:solidFill>
                  <a:schemeClr val="bg1"/>
                </a:solidFill>
                <a:latin typeface="+mj-lt"/>
              </a:defRPr>
            </a:lvl1pPr>
          </a:lstStyle>
          <a:p>
            <a:r>
              <a:rPr lang="en-US"/>
              <a:t>PRESENTATION TITLE</a:t>
            </a:r>
            <a:endParaRPr lang="en-US" dirty="0"/>
          </a:p>
        </p:txBody>
      </p:sp>
      <p:sp>
        <p:nvSpPr>
          <p:cNvPr id="9" name="Slide Number Placeholder 5">
            <a:extLst>
              <a:ext uri="{FF2B5EF4-FFF2-40B4-BE49-F238E27FC236}">
                <a16:creationId xmlns:a16="http://schemas.microsoft.com/office/drawing/2014/main" id="{E33BD7B8-5805-4D48-B17D-88E5EE750600}"/>
              </a:ext>
            </a:extLst>
          </p:cNvPr>
          <p:cNvSpPr>
            <a:spLocks noGrp="1"/>
          </p:cNvSpPr>
          <p:nvPr>
            <p:ph type="sldNum" sz="quarter" idx="12"/>
          </p:nvPr>
        </p:nvSpPr>
        <p:spPr>
          <a:xfrm>
            <a:off x="10271342" y="6356350"/>
            <a:ext cx="1539658" cy="365125"/>
          </a:xfrm>
        </p:spPr>
        <p:txBody>
          <a:bodyPr/>
          <a:lstStyle>
            <a:lvl1pPr>
              <a:defRPr sz="1000">
                <a:solidFill>
                  <a:schemeClr val="bg1"/>
                </a:solidFill>
                <a:latin typeface="+mj-lt"/>
              </a:defRPr>
            </a:lvl1pPr>
          </a:lstStyle>
          <a:p>
            <a:fld id="{294A09A9-5501-47C1-A89A-A340965A2BE2}" type="slidenum">
              <a:rPr lang="en-US" smtClean="0"/>
              <a:pPr/>
              <a:t>‹#›</a:t>
            </a:fld>
            <a:endParaRPr lang="en-US" dirty="0"/>
          </a:p>
        </p:txBody>
      </p:sp>
      <p:pic>
        <p:nvPicPr>
          <p:cNvPr id="10" name="Picture 9" descr="A picture containing text, sign&#10;&#10;Description automatically generated">
            <a:extLst>
              <a:ext uri="{FF2B5EF4-FFF2-40B4-BE49-F238E27FC236}">
                <a16:creationId xmlns:a16="http://schemas.microsoft.com/office/drawing/2014/main" id="{6EF2E566-12B4-7AFE-E8BF-B80AB6DAD157}"/>
              </a:ext>
            </a:extLst>
          </p:cNvPr>
          <p:cNvPicPr>
            <a:picLocks noChangeAspect="1"/>
          </p:cNvPicPr>
          <p:nvPr userDrawn="1"/>
        </p:nvPicPr>
        <p:blipFill>
          <a:blip r:embed="rId2"/>
          <a:stretch>
            <a:fillRect/>
          </a:stretch>
        </p:blipFill>
        <p:spPr>
          <a:xfrm>
            <a:off x="728321" y="4892907"/>
            <a:ext cx="2495863" cy="1131458"/>
          </a:xfrm>
          <a:prstGeom prst="rect">
            <a:avLst/>
          </a:prstGeom>
        </p:spPr>
      </p:pic>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104F3C93-C085-8A47-9A2A-6AD3F3D69F4E}"/>
              </a:ext>
            </a:extLst>
          </p:cNvPr>
          <p:cNvCxnSpPr>
            <a:cxnSpLocks/>
          </p:cNvCxnSpPr>
          <p:nvPr userDrawn="1"/>
        </p:nvCxnSpPr>
        <p:spPr>
          <a:xfrm>
            <a:off x="7108236" y="0"/>
            <a:ext cx="1533832" cy="6091084"/>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9" name="Picture Placeholder 18">
            <a:extLst>
              <a:ext uri="{FF2B5EF4-FFF2-40B4-BE49-F238E27FC236}">
                <a16:creationId xmlns:a16="http://schemas.microsoft.com/office/drawing/2014/main" id="{FD6AC9F3-6F32-409B-A3B1-EEF36BA06678}"/>
              </a:ext>
            </a:extLst>
          </p:cNvPr>
          <p:cNvSpPr>
            <a:spLocks noGrp="1"/>
          </p:cNvSpPr>
          <p:nvPr>
            <p:ph type="pic" sz="quarter" idx="13"/>
          </p:nvPr>
        </p:nvSpPr>
        <p:spPr>
          <a:xfrm>
            <a:off x="0" y="0"/>
            <a:ext cx="8534400" cy="6858000"/>
          </a:xfrm>
          <a:custGeom>
            <a:avLst/>
            <a:gdLst>
              <a:gd name="connsiteX0" fmla="*/ 0 w 8534400"/>
              <a:gd name="connsiteY0" fmla="*/ 0 h 6858000"/>
              <a:gd name="connsiteX1" fmla="*/ 6827520 w 8534400"/>
              <a:gd name="connsiteY1" fmla="*/ 0 h 6858000"/>
              <a:gd name="connsiteX2" fmla="*/ 7070048 w 8534400"/>
              <a:gd name="connsiteY2" fmla="*/ 974442 h 6858000"/>
              <a:gd name="connsiteX3" fmla="*/ 5680814 w 8534400"/>
              <a:gd name="connsiteY3" fmla="*/ 974442 h 6858000"/>
              <a:gd name="connsiteX4" fmla="*/ 5680814 w 8534400"/>
              <a:gd name="connsiteY4" fmla="*/ 5758652 h 6858000"/>
              <a:gd name="connsiteX5" fmla="*/ 8260785 w 8534400"/>
              <a:gd name="connsiteY5" fmla="*/ 5758652 h 6858000"/>
              <a:gd name="connsiteX6" fmla="*/ 8534400 w 8534400"/>
              <a:gd name="connsiteY6" fmla="*/ 6858000 h 6858000"/>
              <a:gd name="connsiteX7" fmla="*/ 0 w 85344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34400" h="6858000">
                <a:moveTo>
                  <a:pt x="0" y="0"/>
                </a:moveTo>
                <a:lnTo>
                  <a:pt x="6827520" y="0"/>
                </a:lnTo>
                <a:lnTo>
                  <a:pt x="7070048" y="974442"/>
                </a:lnTo>
                <a:lnTo>
                  <a:pt x="5680814" y="974442"/>
                </a:lnTo>
                <a:lnTo>
                  <a:pt x="5680814" y="5758652"/>
                </a:lnTo>
                <a:lnTo>
                  <a:pt x="8260785" y="5758652"/>
                </a:lnTo>
                <a:lnTo>
                  <a:pt x="8534400" y="6858000"/>
                </a:lnTo>
                <a:lnTo>
                  <a:pt x="0" y="6858000"/>
                </a:lnTo>
                <a:close/>
              </a:path>
            </a:pathLst>
          </a:custGeom>
        </p:spPr>
        <p:txBody>
          <a:bodyPr wrap="square" anchor="ctr">
            <a:noAutofit/>
          </a:bodyPr>
          <a:lstStyle>
            <a:lvl1pPr marL="0" indent="0" algn="ctr">
              <a:buNone/>
              <a:defRPr/>
            </a:lvl1pPr>
          </a:lstStyle>
          <a:p>
            <a:r>
              <a:rPr lang="en-GB"/>
              <a:t>Click icon to add picture</a:t>
            </a:r>
            <a:endParaRPr lang="en-US" dirty="0"/>
          </a:p>
        </p:txBody>
      </p:sp>
      <p:sp>
        <p:nvSpPr>
          <p:cNvPr id="20" name="Rectangle 19">
            <a:extLst>
              <a:ext uri="{FF2B5EF4-FFF2-40B4-BE49-F238E27FC236}">
                <a16:creationId xmlns:a16="http://schemas.microsoft.com/office/drawing/2014/main" id="{E26FF020-BB93-4C6C-B3ED-8326D424097A}"/>
              </a:ext>
            </a:extLst>
          </p:cNvPr>
          <p:cNvSpPr/>
          <p:nvPr userDrawn="1"/>
        </p:nvSpPr>
        <p:spPr>
          <a:xfrm>
            <a:off x="5680814" y="974442"/>
            <a:ext cx="5228191" cy="4784210"/>
          </a:xfrm>
          <a:prstGeom prst="rect">
            <a:avLst/>
          </a:prstGeom>
          <a:gradFill flip="none" rotWithShape="1">
            <a:gsLst>
              <a:gs pos="0">
                <a:schemeClr val="accent2"/>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5942173C-2B01-804E-85FB-4D68140D4E1A}"/>
              </a:ext>
            </a:extLst>
          </p:cNvPr>
          <p:cNvSpPr>
            <a:spLocks noGrp="1"/>
          </p:cNvSpPr>
          <p:nvPr>
            <p:ph type="ctrTitle"/>
          </p:nvPr>
        </p:nvSpPr>
        <p:spPr>
          <a:xfrm>
            <a:off x="6096000" y="1106424"/>
            <a:ext cx="4446062" cy="916644"/>
          </a:xfrm>
        </p:spPr>
        <p:txBody>
          <a:bodyPr anchor="b">
            <a:noAutofit/>
          </a:bodyPr>
          <a:lstStyle>
            <a:lvl1pPr algn="l">
              <a:defRPr sz="3600" cap="all" spc="300" baseline="0">
                <a:solidFill>
                  <a:schemeClr val="bg1"/>
                </a:solidFill>
                <a:latin typeface="Bahnschrift" panose="020B0502040204020203" pitchFamily="34" charset="0"/>
              </a:defRPr>
            </a:lvl1pPr>
          </a:lstStyle>
          <a:p>
            <a:r>
              <a:rPr lang="en-GB"/>
              <a:t>Click to edit Master title style</a:t>
            </a:r>
            <a:endParaRPr lang="en-US" dirty="0"/>
          </a:p>
        </p:txBody>
      </p:sp>
      <p:sp>
        <p:nvSpPr>
          <p:cNvPr id="6" name="Subtitle 2">
            <a:extLst>
              <a:ext uri="{FF2B5EF4-FFF2-40B4-BE49-F238E27FC236}">
                <a16:creationId xmlns:a16="http://schemas.microsoft.com/office/drawing/2014/main" id="{B641A16B-3688-D842-92F4-5D2C2811539F}"/>
              </a:ext>
            </a:extLst>
          </p:cNvPr>
          <p:cNvSpPr>
            <a:spLocks noGrp="1"/>
          </p:cNvSpPr>
          <p:nvPr>
            <p:ph type="subTitle" idx="1"/>
          </p:nvPr>
        </p:nvSpPr>
        <p:spPr>
          <a:xfrm>
            <a:off x="6096000" y="2075245"/>
            <a:ext cx="4446062" cy="3295405"/>
          </a:xfrm>
        </p:spPr>
        <p:txBody>
          <a:bodyPr>
            <a:normAutofit/>
          </a:bodyPr>
          <a:lstStyle>
            <a:lvl1pPr marL="0" indent="0" algn="l">
              <a:lnSpc>
                <a:spcPct val="125000"/>
              </a:lnSpc>
              <a:buNone/>
              <a:defRPr sz="1800" spc="140" baseline="0">
                <a:solidFill>
                  <a:schemeClr val="bg1"/>
                </a:solidFill>
                <a:latin typeface="Tw Cen MT" panose="020B06020201040206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7" name="Date Placeholder 3">
            <a:extLst>
              <a:ext uri="{FF2B5EF4-FFF2-40B4-BE49-F238E27FC236}">
                <a16:creationId xmlns:a16="http://schemas.microsoft.com/office/drawing/2014/main" id="{A19933E8-EEFC-754B-93AE-557EFF8A79B0}"/>
              </a:ext>
            </a:extLst>
          </p:cNvPr>
          <p:cNvSpPr>
            <a:spLocks noGrp="1"/>
          </p:cNvSpPr>
          <p:nvPr>
            <p:ph type="dt" sz="half" idx="10"/>
          </p:nvPr>
        </p:nvSpPr>
        <p:spPr>
          <a:xfrm>
            <a:off x="381000" y="6356350"/>
            <a:ext cx="1730829" cy="365125"/>
          </a:xfrm>
        </p:spPr>
        <p:txBody>
          <a:bodyPr/>
          <a:lstStyle>
            <a:lvl1pPr>
              <a:defRPr sz="1000">
                <a:solidFill>
                  <a:schemeClr val="bg1"/>
                </a:solidFill>
              </a:defRPr>
            </a:lvl1pPr>
          </a:lstStyle>
          <a:p>
            <a:fld id="{10B419B9-5288-FE4A-9F37-54AAEB8CA389}" type="datetime1">
              <a:rPr lang="en-US" smtClean="0"/>
              <a:pPr/>
              <a:t>5/15/26</a:t>
            </a:fld>
            <a:endParaRPr lang="en-US" dirty="0"/>
          </a:p>
        </p:txBody>
      </p:sp>
      <p:sp>
        <p:nvSpPr>
          <p:cNvPr id="8" name="Footer Placeholder 4">
            <a:extLst>
              <a:ext uri="{FF2B5EF4-FFF2-40B4-BE49-F238E27FC236}">
                <a16:creationId xmlns:a16="http://schemas.microsoft.com/office/drawing/2014/main" id="{F21EDEC1-EB5D-6C48-A2AB-048088167CCD}"/>
              </a:ext>
            </a:extLst>
          </p:cNvPr>
          <p:cNvSpPr>
            <a:spLocks noGrp="1"/>
          </p:cNvSpPr>
          <p:nvPr>
            <p:ph type="ftr" sz="quarter" idx="11"/>
          </p:nvPr>
        </p:nvSpPr>
        <p:spPr>
          <a:xfrm>
            <a:off x="4038600" y="6356350"/>
            <a:ext cx="4114800" cy="365125"/>
          </a:xfrm>
        </p:spPr>
        <p:txBody>
          <a:bodyPr/>
          <a:lstStyle>
            <a:lvl1pPr>
              <a:defRPr sz="1000">
                <a:solidFill>
                  <a:schemeClr val="bg1"/>
                </a:solidFill>
              </a:defRPr>
            </a:lvl1pPr>
          </a:lstStyle>
          <a:p>
            <a:r>
              <a:rPr lang="en-US" dirty="0"/>
              <a:t>PRESENTATION TITLE</a:t>
            </a:r>
          </a:p>
        </p:txBody>
      </p:sp>
      <p:sp>
        <p:nvSpPr>
          <p:cNvPr id="9" name="Slide Number Placeholder 5">
            <a:extLst>
              <a:ext uri="{FF2B5EF4-FFF2-40B4-BE49-F238E27FC236}">
                <a16:creationId xmlns:a16="http://schemas.microsoft.com/office/drawing/2014/main" id="{E33BD7B8-5805-4D48-B17D-88E5EE750600}"/>
              </a:ext>
            </a:extLst>
          </p:cNvPr>
          <p:cNvSpPr>
            <a:spLocks noGrp="1"/>
          </p:cNvSpPr>
          <p:nvPr>
            <p:ph type="sldNum" sz="quarter" idx="12"/>
          </p:nvPr>
        </p:nvSpPr>
        <p:spPr>
          <a:xfrm>
            <a:off x="10271342" y="6356350"/>
            <a:ext cx="1539658" cy="365125"/>
          </a:xfrm>
        </p:spPr>
        <p:txBody>
          <a:bodyPr/>
          <a:lstStyle>
            <a:lvl1pPr>
              <a:defRPr sz="1000">
                <a:solidFill>
                  <a:schemeClr val="tx2">
                    <a:lumMod val="60000"/>
                    <a:lumOff val="40000"/>
                  </a:schemeClr>
                </a:solidFill>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58699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469568F-F17C-4C3C-9A6F-ED292B601115}"/>
              </a:ext>
            </a:extLst>
          </p:cNvPr>
          <p:cNvSpPr/>
          <p:nvPr userDrawn="1"/>
        </p:nvSpPr>
        <p:spPr>
          <a:xfrm>
            <a:off x="2043953" y="2205318"/>
            <a:ext cx="8104094" cy="231289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6" name="Picture Placeholder 5">
            <a:extLst>
              <a:ext uri="{FF2B5EF4-FFF2-40B4-BE49-F238E27FC236}">
                <a16:creationId xmlns:a16="http://schemas.microsoft.com/office/drawing/2014/main" id="{22459DEE-E152-47DA-8D52-C9681014BC8E}"/>
              </a:ext>
            </a:extLst>
          </p:cNvPr>
          <p:cNvSpPr>
            <a:spLocks noGrp="1"/>
          </p:cNvSpPr>
          <p:nvPr>
            <p:ph type="pic" sz="quarter" idx="10"/>
          </p:nvPr>
        </p:nvSpPr>
        <p:spPr>
          <a:xfrm>
            <a:off x="0" y="0"/>
            <a:ext cx="12192000" cy="6858000"/>
          </a:xfrm>
          <a:custGeom>
            <a:avLst/>
            <a:gdLst>
              <a:gd name="connsiteX0" fmla="*/ 2043953 w 12192000"/>
              <a:gd name="connsiteY0" fmla="*/ 2205318 h 6858000"/>
              <a:gd name="connsiteX1" fmla="*/ 2043953 w 12192000"/>
              <a:gd name="connsiteY1" fmla="*/ 4518212 h 6858000"/>
              <a:gd name="connsiteX2" fmla="*/ 10148047 w 12192000"/>
              <a:gd name="connsiteY2" fmla="*/ 4518212 h 6858000"/>
              <a:gd name="connsiteX3" fmla="*/ 10148047 w 12192000"/>
              <a:gd name="connsiteY3" fmla="*/ 2205318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2043953" y="2205318"/>
                </a:moveTo>
                <a:lnTo>
                  <a:pt x="2043953" y="4518212"/>
                </a:lnTo>
                <a:lnTo>
                  <a:pt x="10148047" y="4518212"/>
                </a:lnTo>
                <a:lnTo>
                  <a:pt x="10148047" y="2205318"/>
                </a:lnTo>
                <a:close/>
                <a:moveTo>
                  <a:pt x="0" y="0"/>
                </a:moveTo>
                <a:lnTo>
                  <a:pt x="12192000" y="0"/>
                </a:lnTo>
                <a:lnTo>
                  <a:pt x="12192000" y="6858000"/>
                </a:lnTo>
                <a:lnTo>
                  <a:pt x="0" y="6858000"/>
                </a:lnTo>
                <a:close/>
              </a:path>
            </a:pathLst>
          </a:custGeom>
        </p:spPr>
        <p:txBody>
          <a:bodyPr wrap="square">
            <a:noAutofit/>
          </a:bodyPr>
          <a:lstStyle>
            <a:lvl1pPr>
              <a:defRPr>
                <a:latin typeface="+mj-lt"/>
              </a:defRPr>
            </a:lvl1pPr>
          </a:lstStyle>
          <a:p>
            <a:r>
              <a:rPr lang="en-GB"/>
              <a:t>Click icon to add picture</a:t>
            </a:r>
            <a:endParaRPr lang="en-US" dirty="0"/>
          </a:p>
        </p:txBody>
      </p:sp>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2432050" y="2665037"/>
            <a:ext cx="7327900" cy="902916"/>
          </a:xfrm>
        </p:spPr>
        <p:txBody>
          <a:bodyPr anchor="ctr">
            <a:normAutofit/>
          </a:bodyPr>
          <a:lstStyle>
            <a:lvl1pPr algn="ctr">
              <a:defRPr sz="4000" spc="300">
                <a:solidFill>
                  <a:schemeClr val="bg1"/>
                </a:solidFill>
                <a:latin typeface="+mj-lt"/>
              </a:defRPr>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3597462" y="3567953"/>
            <a:ext cx="4997076" cy="610066"/>
          </a:xfrm>
        </p:spPr>
        <p:txBody>
          <a:bodyPr>
            <a:normAutofit/>
          </a:bodyPr>
          <a:lstStyle>
            <a:lvl1pPr marL="0" indent="0" algn="ctr">
              <a:buNone/>
              <a:defRPr sz="2000" spc="30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pic>
        <p:nvPicPr>
          <p:cNvPr id="9" name="Picture 8" descr="A picture containing text, sign&#10;&#10;Description automatically generated">
            <a:extLst>
              <a:ext uri="{FF2B5EF4-FFF2-40B4-BE49-F238E27FC236}">
                <a16:creationId xmlns:a16="http://schemas.microsoft.com/office/drawing/2014/main" id="{61C83A37-CA6C-9200-CE11-107C5A96FB03}"/>
              </a:ext>
            </a:extLst>
          </p:cNvPr>
          <p:cNvPicPr>
            <a:picLocks noChangeAspect="1"/>
          </p:cNvPicPr>
          <p:nvPr userDrawn="1"/>
        </p:nvPicPr>
        <p:blipFill>
          <a:blip r:embed="rId2"/>
          <a:stretch>
            <a:fillRect/>
          </a:stretch>
        </p:blipFill>
        <p:spPr>
          <a:xfrm>
            <a:off x="9860974" y="5395747"/>
            <a:ext cx="1533832" cy="695337"/>
          </a:xfrm>
          <a:prstGeom prst="rect">
            <a:avLst/>
          </a:prstGeom>
        </p:spPr>
      </p:pic>
    </p:spTree>
    <p:extLst>
      <p:ext uri="{BB962C8B-B14F-4D97-AF65-F5344CB8AC3E}">
        <p14:creationId xmlns:p14="http://schemas.microsoft.com/office/powerpoint/2010/main" val="2802635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916016" y="983785"/>
            <a:ext cx="8447439" cy="1074828"/>
          </a:xfrm>
        </p:spPr>
        <p:txBody>
          <a:bodyPr>
            <a:normAutofit/>
          </a:bodyPr>
          <a:lstStyle>
            <a:lvl1pPr>
              <a:defRPr sz="4000" spc="300">
                <a:solidFill>
                  <a:schemeClr val="tx2"/>
                </a:solidFill>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lvl1pPr>
              <a:defRPr sz="1000">
                <a:latin typeface="+mj-lt"/>
              </a:defRPr>
            </a:lvl1pPr>
          </a:lstStyle>
          <a:p>
            <a:fld id="{A4486D74-B37B-F546-968B-4AC3E7616DD3}" type="datetime1">
              <a:rPr lang="en-US" smtClean="0"/>
              <a:pPr/>
              <a:t>5/15/26</a:t>
            </a:fld>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lvl1pPr>
              <a:defRPr sz="1000">
                <a:latin typeface="+mj-lt"/>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lvl1pPr>
              <a:defRPr sz="1000">
                <a:latin typeface="+mj-lt"/>
              </a:defRPr>
            </a:lvl1pPr>
          </a:lstStyle>
          <a:p>
            <a:fld id="{294A09A9-5501-47C1-A89A-A340965A2BE2}" type="slidenum">
              <a:rPr lang="en-US" smtClean="0"/>
              <a:pPr/>
              <a:t>‹#›</a:t>
            </a:fld>
            <a:endParaRPr lang="en-US" dirty="0"/>
          </a:p>
        </p:txBody>
      </p:sp>
      <p:cxnSp>
        <p:nvCxnSpPr>
          <p:cNvPr id="11" name="Straight Connector 10">
            <a:extLst>
              <a:ext uri="{FF2B5EF4-FFF2-40B4-BE49-F238E27FC236}">
                <a16:creationId xmlns:a16="http://schemas.microsoft.com/office/drawing/2014/main" id="{1AE70196-45DE-CB4D-A7AC-0610E7A187C3}"/>
              </a:ext>
            </a:extLst>
          </p:cNvPr>
          <p:cNvCxnSpPr/>
          <p:nvPr userDrawn="1"/>
        </p:nvCxnSpPr>
        <p:spPr>
          <a:xfrm flipH="1">
            <a:off x="9211669" y="0"/>
            <a:ext cx="1533832" cy="6091084"/>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2" name="Picture 11" descr="A picture containing text, sign&#10;&#10;Description automatically generated">
            <a:extLst>
              <a:ext uri="{FF2B5EF4-FFF2-40B4-BE49-F238E27FC236}">
                <a16:creationId xmlns:a16="http://schemas.microsoft.com/office/drawing/2014/main" id="{140825A4-9462-5C85-E1B5-4EF93D4C54F8}"/>
              </a:ext>
            </a:extLst>
          </p:cNvPr>
          <p:cNvPicPr>
            <a:picLocks noChangeAspect="1"/>
          </p:cNvPicPr>
          <p:nvPr userDrawn="1"/>
        </p:nvPicPr>
        <p:blipFill>
          <a:blip r:embed="rId2"/>
          <a:stretch>
            <a:fillRect/>
          </a:stretch>
        </p:blipFill>
        <p:spPr>
          <a:xfrm>
            <a:off x="9860974" y="5395747"/>
            <a:ext cx="1533832" cy="695337"/>
          </a:xfrm>
          <a:prstGeom prst="rect">
            <a:avLst/>
          </a:prstGeom>
        </p:spPr>
      </p:pic>
    </p:spTree>
    <p:extLst>
      <p:ext uri="{BB962C8B-B14F-4D97-AF65-F5344CB8AC3E}">
        <p14:creationId xmlns:p14="http://schemas.microsoft.com/office/powerpoint/2010/main" val="1476947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lvl1pPr>
              <a:defRPr sz="1000">
                <a:latin typeface="+mj-lt"/>
              </a:defRPr>
            </a:lvl1pPr>
          </a:lstStyle>
          <a:p>
            <a:fld id="{A4486D74-B37B-F546-968B-4AC3E7616DD3}" type="datetime1">
              <a:rPr lang="en-US" smtClean="0"/>
              <a:pPr/>
              <a:t>5/15/26</a:t>
            </a:fld>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lvl1pPr>
              <a:defRPr sz="1000">
                <a:latin typeface="+mj-lt"/>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lvl1pPr>
              <a:defRPr sz="1000">
                <a:latin typeface="+mj-lt"/>
              </a:defRPr>
            </a:lvl1pPr>
          </a:lstStyle>
          <a:p>
            <a:fld id="{294A09A9-5501-47C1-A89A-A340965A2BE2}" type="slidenum">
              <a:rPr lang="en-US" smtClean="0"/>
              <a:pPr/>
              <a:t>‹#›</a:t>
            </a:fld>
            <a:endParaRPr lang="en-US" dirty="0"/>
          </a:p>
        </p:txBody>
      </p:sp>
      <p:cxnSp>
        <p:nvCxnSpPr>
          <p:cNvPr id="11" name="Straight Connector 10">
            <a:extLst>
              <a:ext uri="{FF2B5EF4-FFF2-40B4-BE49-F238E27FC236}">
                <a16:creationId xmlns:a16="http://schemas.microsoft.com/office/drawing/2014/main" id="{1AE70196-45DE-CB4D-A7AC-0610E7A187C3}"/>
              </a:ext>
            </a:extLst>
          </p:cNvPr>
          <p:cNvCxnSpPr/>
          <p:nvPr userDrawn="1"/>
        </p:nvCxnSpPr>
        <p:spPr>
          <a:xfrm flipH="1">
            <a:off x="9211669" y="0"/>
            <a:ext cx="1533832" cy="6091084"/>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B329649E-3847-4CC6-A84D-56DE76BD193D}"/>
              </a:ext>
            </a:extLst>
          </p:cNvPr>
          <p:cNvSpPr>
            <a:spLocks noGrp="1"/>
          </p:cNvSpPr>
          <p:nvPr>
            <p:ph type="ctrTitle"/>
          </p:nvPr>
        </p:nvSpPr>
        <p:spPr>
          <a:xfrm>
            <a:off x="693683" y="879635"/>
            <a:ext cx="7323266" cy="1198179"/>
          </a:xfrm>
          <a:custGeom>
            <a:avLst/>
            <a:gdLst>
              <a:gd name="connsiteX0" fmla="*/ 0 w 6192892"/>
              <a:gd name="connsiteY0" fmla="*/ 0 h 1198179"/>
              <a:gd name="connsiteX1" fmla="*/ 6192892 w 6192892"/>
              <a:gd name="connsiteY1" fmla="*/ 0 h 1198179"/>
              <a:gd name="connsiteX2" fmla="*/ 5947075 w 6192892"/>
              <a:gd name="connsiteY2" fmla="*/ 1198179 h 1198179"/>
              <a:gd name="connsiteX3" fmla="*/ 0 w 6192892"/>
              <a:gd name="connsiteY3" fmla="*/ 1198179 h 1198179"/>
            </a:gdLst>
            <a:ahLst/>
            <a:cxnLst>
              <a:cxn ang="0">
                <a:pos x="connsiteX0" y="connsiteY0"/>
              </a:cxn>
              <a:cxn ang="0">
                <a:pos x="connsiteX1" y="connsiteY1"/>
              </a:cxn>
              <a:cxn ang="0">
                <a:pos x="connsiteX2" y="connsiteY2"/>
              </a:cxn>
              <a:cxn ang="0">
                <a:pos x="connsiteX3" y="connsiteY3"/>
              </a:cxn>
            </a:cxnLst>
            <a:rect l="l" t="t" r="r" b="b"/>
            <a:pathLst>
              <a:path w="6192892" h="1198179">
                <a:moveTo>
                  <a:pt x="0" y="0"/>
                </a:moveTo>
                <a:lnTo>
                  <a:pt x="6192892" y="0"/>
                </a:lnTo>
                <a:lnTo>
                  <a:pt x="5947075" y="1198179"/>
                </a:lnTo>
                <a:lnTo>
                  <a:pt x="0" y="1198179"/>
                </a:lnTo>
                <a:close/>
              </a:path>
            </a:pathLst>
          </a:custGeom>
          <a:solidFill>
            <a:schemeClr val="accent2"/>
          </a:solidFill>
        </p:spPr>
        <p:txBody>
          <a:bodyPr wrap="square" lIns="228600" anchor="ctr">
            <a:noAutofit/>
          </a:bodyPr>
          <a:lstStyle>
            <a:lvl1pPr algn="l">
              <a:defRPr sz="3600" cap="all" spc="300" baseline="0">
                <a:solidFill>
                  <a:schemeClr val="bg1"/>
                </a:solidFill>
                <a:latin typeface="+mj-lt"/>
              </a:defRPr>
            </a:lvl1pPr>
          </a:lstStyle>
          <a:p>
            <a:r>
              <a:rPr lang="en-GB"/>
              <a:t>Click to edit Master title style</a:t>
            </a:r>
            <a:endParaRPr lang="en-US" dirty="0"/>
          </a:p>
        </p:txBody>
      </p:sp>
      <p:sp>
        <p:nvSpPr>
          <p:cNvPr id="6" name="Content Placeholder 5">
            <a:extLst>
              <a:ext uri="{FF2B5EF4-FFF2-40B4-BE49-F238E27FC236}">
                <a16:creationId xmlns:a16="http://schemas.microsoft.com/office/drawing/2014/main" id="{84E120DB-DDEC-4DDF-8FB4-5C52F8078B86}"/>
              </a:ext>
            </a:extLst>
          </p:cNvPr>
          <p:cNvSpPr>
            <a:spLocks noGrp="1"/>
          </p:cNvSpPr>
          <p:nvPr>
            <p:ph sz="quarter" idx="13"/>
          </p:nvPr>
        </p:nvSpPr>
        <p:spPr>
          <a:xfrm>
            <a:off x="693738" y="2705425"/>
            <a:ext cx="10745787" cy="3273100"/>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8" name="Picture 7" descr="A picture containing text, sign&#10;&#10;Description automatically generated">
            <a:extLst>
              <a:ext uri="{FF2B5EF4-FFF2-40B4-BE49-F238E27FC236}">
                <a16:creationId xmlns:a16="http://schemas.microsoft.com/office/drawing/2014/main" id="{0D45EB14-1CE6-A24F-32A7-C7507EBF31BB}"/>
              </a:ext>
            </a:extLst>
          </p:cNvPr>
          <p:cNvPicPr>
            <a:picLocks noChangeAspect="1"/>
          </p:cNvPicPr>
          <p:nvPr userDrawn="1"/>
        </p:nvPicPr>
        <p:blipFill>
          <a:blip r:embed="rId2"/>
          <a:stretch>
            <a:fillRect/>
          </a:stretch>
        </p:blipFill>
        <p:spPr>
          <a:xfrm>
            <a:off x="9862844" y="5843575"/>
            <a:ext cx="1533832" cy="695337"/>
          </a:xfrm>
          <a:prstGeom prst="rect">
            <a:avLst/>
          </a:prstGeom>
        </p:spPr>
      </p:pic>
    </p:spTree>
    <p:extLst>
      <p:ext uri="{BB962C8B-B14F-4D97-AF65-F5344CB8AC3E}">
        <p14:creationId xmlns:p14="http://schemas.microsoft.com/office/powerpoint/2010/main" val="245555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1921764" y="2145265"/>
            <a:ext cx="8348472" cy="2363568"/>
          </a:xfrm>
          <a:noFill/>
        </p:spPr>
        <p:txBody>
          <a:bodyPr>
            <a:normAutofit/>
          </a:bodyPr>
          <a:lstStyle>
            <a:lvl1pPr algn="ctr">
              <a:defRPr sz="4000" spc="140" baseline="0">
                <a:solidFill>
                  <a:schemeClr val="tx2"/>
                </a:solidFill>
                <a:latin typeface="+mj-lt"/>
              </a:defRPr>
            </a:lvl1pPr>
          </a:lstStyle>
          <a:p>
            <a:r>
              <a:rPr lang="en-US" dirty="0"/>
              <a:t>Click to edit master title style</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lvl1pPr>
              <a:defRPr sz="1000">
                <a:latin typeface="+mj-lt"/>
              </a:defRPr>
            </a:lvl1pPr>
          </a:lstStyle>
          <a:p>
            <a:fld id="{A4486D74-B37B-F546-968B-4AC3E7616DD3}" type="datetime1">
              <a:rPr lang="en-US" smtClean="0"/>
              <a:pPr/>
              <a:t>5/15/26</a:t>
            </a:fld>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lvl1pPr>
              <a:defRPr sz="1000">
                <a:latin typeface="+mj-lt"/>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lvl1pPr>
              <a:defRPr sz="1000">
                <a:latin typeface="+mj-lt"/>
              </a:defRPr>
            </a:lvl1pPr>
          </a:lstStyle>
          <a:p>
            <a:fld id="{294A09A9-5501-47C1-A89A-A340965A2BE2}" type="slidenum">
              <a:rPr lang="en-US" smtClean="0"/>
              <a:pPr/>
              <a:t>‹#›</a:t>
            </a:fld>
            <a:endParaRPr lang="en-US" dirty="0"/>
          </a:p>
        </p:txBody>
      </p:sp>
      <p:sp>
        <p:nvSpPr>
          <p:cNvPr id="12" name="Title 1">
            <a:extLst>
              <a:ext uri="{FF2B5EF4-FFF2-40B4-BE49-F238E27FC236}">
                <a16:creationId xmlns:a16="http://schemas.microsoft.com/office/drawing/2014/main" id="{0B51AFA9-C4C0-D44A-BE1A-30964CBCFE37}"/>
              </a:ext>
            </a:extLst>
          </p:cNvPr>
          <p:cNvSpPr txBox="1">
            <a:spLocks/>
          </p:cNvSpPr>
          <p:nvPr userDrawn="1"/>
        </p:nvSpPr>
        <p:spPr>
          <a:xfrm>
            <a:off x="970130" y="1879594"/>
            <a:ext cx="1141699" cy="122068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000" kern="1200" spc="300">
                <a:solidFill>
                  <a:schemeClr val="tx2"/>
                </a:solidFill>
                <a:latin typeface="Tw Cen MT" panose="020B0602020104020603" pitchFamily="34" charset="77"/>
                <a:ea typeface="+mj-ea"/>
                <a:cs typeface="+mj-cs"/>
              </a:defRPr>
            </a:lvl1pPr>
          </a:lstStyle>
          <a:p>
            <a:r>
              <a:rPr lang="en-US" sz="16600" dirty="0">
                <a:solidFill>
                  <a:schemeClr val="accent3">
                    <a:lumMod val="75000"/>
                  </a:schemeClr>
                </a:solidFill>
                <a:latin typeface="+mj-lt"/>
              </a:rPr>
              <a:t>“</a:t>
            </a:r>
          </a:p>
        </p:txBody>
      </p:sp>
      <p:sp>
        <p:nvSpPr>
          <p:cNvPr id="13" name="Title 1">
            <a:extLst>
              <a:ext uri="{FF2B5EF4-FFF2-40B4-BE49-F238E27FC236}">
                <a16:creationId xmlns:a16="http://schemas.microsoft.com/office/drawing/2014/main" id="{2E169998-8E4C-AC45-9496-F3E1D40DD604}"/>
              </a:ext>
            </a:extLst>
          </p:cNvPr>
          <p:cNvSpPr txBox="1">
            <a:spLocks/>
          </p:cNvSpPr>
          <p:nvPr userDrawn="1"/>
        </p:nvSpPr>
        <p:spPr>
          <a:xfrm>
            <a:off x="10408852" y="4443180"/>
            <a:ext cx="1141699" cy="122068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000" kern="1200" spc="300">
                <a:solidFill>
                  <a:schemeClr val="tx2"/>
                </a:solidFill>
                <a:latin typeface="Tw Cen MT" panose="020B0602020104020603" pitchFamily="34" charset="77"/>
                <a:ea typeface="+mj-ea"/>
                <a:cs typeface="+mj-cs"/>
              </a:defRPr>
            </a:lvl1pPr>
          </a:lstStyle>
          <a:p>
            <a:r>
              <a:rPr lang="en-US" sz="16600" dirty="0">
                <a:solidFill>
                  <a:schemeClr val="accent3">
                    <a:lumMod val="75000"/>
                  </a:schemeClr>
                </a:solidFill>
                <a:latin typeface="+mj-lt"/>
              </a:rPr>
              <a:t>”</a:t>
            </a:r>
          </a:p>
        </p:txBody>
      </p:sp>
      <p:sp>
        <p:nvSpPr>
          <p:cNvPr id="15" name="Text Placeholder 14">
            <a:extLst>
              <a:ext uri="{FF2B5EF4-FFF2-40B4-BE49-F238E27FC236}">
                <a16:creationId xmlns:a16="http://schemas.microsoft.com/office/drawing/2014/main" id="{F3F62FE2-8018-8846-A38A-108C9B02DF17}"/>
              </a:ext>
            </a:extLst>
          </p:cNvPr>
          <p:cNvSpPr>
            <a:spLocks noGrp="1"/>
          </p:cNvSpPr>
          <p:nvPr>
            <p:ph type="body" sz="quarter" idx="13"/>
          </p:nvPr>
        </p:nvSpPr>
        <p:spPr>
          <a:xfrm>
            <a:off x="6662738" y="4526051"/>
            <a:ext cx="3727450" cy="515938"/>
          </a:xfrm>
          <a:noFill/>
        </p:spPr>
        <p:txBody>
          <a:bodyPr>
            <a:noAutofit/>
          </a:bodyPr>
          <a:lstStyle>
            <a:lvl1pPr marL="0" indent="0" algn="r">
              <a:buNone/>
              <a:defRPr sz="2000" spc="140" baseline="0">
                <a:solidFill>
                  <a:schemeClr val="tx2"/>
                </a:solidFill>
                <a:latin typeface="+mj-lt"/>
              </a:defRPr>
            </a:lvl1pPr>
            <a:lvl2pPr marL="457200" indent="0" algn="r">
              <a:buNone/>
              <a:defRPr sz="1800">
                <a:solidFill>
                  <a:schemeClr val="tx2"/>
                </a:solidFill>
                <a:latin typeface="Tw Cen MT" panose="020B0602020104020603" pitchFamily="34" charset="77"/>
              </a:defRPr>
            </a:lvl2pPr>
            <a:lvl3pPr marL="914400" indent="0" algn="r">
              <a:buNone/>
              <a:defRPr sz="1600">
                <a:solidFill>
                  <a:schemeClr val="tx2"/>
                </a:solidFill>
                <a:latin typeface="Tw Cen MT" panose="020B0602020104020603" pitchFamily="34" charset="77"/>
              </a:defRPr>
            </a:lvl3pPr>
            <a:lvl4pPr marL="1371600" indent="0" algn="r">
              <a:buNone/>
              <a:defRPr sz="1400">
                <a:solidFill>
                  <a:schemeClr val="tx2"/>
                </a:solidFill>
                <a:latin typeface="Tw Cen MT" panose="020B0602020104020603" pitchFamily="34" charset="77"/>
              </a:defRPr>
            </a:lvl4pPr>
            <a:lvl5pPr marL="1828800" indent="0" algn="r">
              <a:buNone/>
              <a:defRPr sz="1400">
                <a:solidFill>
                  <a:schemeClr val="tx2"/>
                </a:solidFill>
                <a:latin typeface="Tw Cen MT" panose="020B0602020104020603" pitchFamily="34" charset="77"/>
              </a:defRPr>
            </a:lvl5pPr>
          </a:lstStyle>
          <a:p>
            <a:pPr lvl="0"/>
            <a:r>
              <a:rPr lang="en-GB"/>
              <a:t>Click to edit Master text styles</a:t>
            </a:r>
          </a:p>
        </p:txBody>
      </p:sp>
      <p:pic>
        <p:nvPicPr>
          <p:cNvPr id="9" name="Picture 8" descr="A picture containing text, sign&#10;&#10;Description automatically generated">
            <a:extLst>
              <a:ext uri="{FF2B5EF4-FFF2-40B4-BE49-F238E27FC236}">
                <a16:creationId xmlns:a16="http://schemas.microsoft.com/office/drawing/2014/main" id="{91F2E05F-79CC-E57A-2CBA-3FB58DD52833}"/>
              </a:ext>
            </a:extLst>
          </p:cNvPr>
          <p:cNvPicPr>
            <a:picLocks noChangeAspect="1"/>
          </p:cNvPicPr>
          <p:nvPr userDrawn="1"/>
        </p:nvPicPr>
        <p:blipFill>
          <a:blip r:embed="rId2"/>
          <a:stretch>
            <a:fillRect/>
          </a:stretch>
        </p:blipFill>
        <p:spPr>
          <a:xfrm>
            <a:off x="9860974" y="5395747"/>
            <a:ext cx="1533832" cy="695337"/>
          </a:xfrm>
          <a:prstGeom prst="rect">
            <a:avLst/>
          </a:prstGeom>
        </p:spPr>
      </p:pic>
    </p:spTree>
    <p:extLst>
      <p:ext uri="{BB962C8B-B14F-4D97-AF65-F5344CB8AC3E}">
        <p14:creationId xmlns:p14="http://schemas.microsoft.com/office/powerpoint/2010/main" val="1593318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eet the Team 4">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01F428E6-A8A2-E844-9C02-078ED4D9934D}"/>
              </a:ext>
            </a:extLst>
          </p:cNvPr>
          <p:cNvSpPr>
            <a:spLocks noGrp="1"/>
          </p:cNvSpPr>
          <p:nvPr>
            <p:ph type="pic" sz="quarter" idx="13"/>
          </p:nvPr>
        </p:nvSpPr>
        <p:spPr>
          <a:xfrm>
            <a:off x="0" y="0"/>
            <a:ext cx="12192000" cy="6858000"/>
          </a:xfrm>
          <a:solidFill>
            <a:schemeClr val="tx2">
              <a:lumMod val="20000"/>
              <a:lumOff val="80000"/>
            </a:schemeClr>
          </a:solidFill>
        </p:spPr>
        <p:txBody>
          <a:bodyPr/>
          <a:lstStyle>
            <a:lvl1pPr>
              <a:defRPr>
                <a:latin typeface="Open Sauce One" panose="00000500000000000000" pitchFamily="2" charset="0"/>
              </a:defRPr>
            </a:lvl1pPr>
          </a:lstStyle>
          <a:p>
            <a:r>
              <a:rPr lang="en-GB"/>
              <a:t>Click icon to add picture</a:t>
            </a:r>
            <a:endParaRPr lang="en-US" dirty="0"/>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lvl1pPr>
              <a:defRPr sz="1000">
                <a:solidFill>
                  <a:schemeClr val="tx2"/>
                </a:solidFill>
                <a:latin typeface="Open Sauce One" panose="00000500000000000000" pitchFamily="2" charset="0"/>
              </a:defRPr>
            </a:lvl1pPr>
          </a:lstStyle>
          <a:p>
            <a:fld id="{A4486D74-B37B-F546-968B-4AC3E7616DD3}" type="datetime1">
              <a:rPr lang="en-US" smtClean="0"/>
              <a:pPr/>
              <a:t>5/15/26</a:t>
            </a:fld>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lvl1pPr>
              <a:defRPr sz="1000">
                <a:solidFill>
                  <a:schemeClr val="tx2"/>
                </a:solidFill>
                <a:latin typeface="Open Sauce One" panose="00000500000000000000" pitchFamily="2" charset="0"/>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lvl1pPr>
              <a:defRPr sz="1000">
                <a:solidFill>
                  <a:schemeClr val="tx2"/>
                </a:solidFill>
                <a:latin typeface="Open Sauce One" panose="00000500000000000000" pitchFamily="2" charset="0"/>
              </a:defRPr>
            </a:lvl1pPr>
          </a:lstStyle>
          <a:p>
            <a:fld id="{294A09A9-5501-47C1-A89A-A340965A2BE2}" type="slidenum">
              <a:rPr lang="en-US" smtClean="0"/>
              <a:pPr/>
              <a:t>‹#›</a:t>
            </a:fld>
            <a:endParaRPr lang="en-US" dirty="0"/>
          </a:p>
        </p:txBody>
      </p:sp>
      <p:sp>
        <p:nvSpPr>
          <p:cNvPr id="17" name="Picture Placeholder 16">
            <a:extLst>
              <a:ext uri="{FF2B5EF4-FFF2-40B4-BE49-F238E27FC236}">
                <a16:creationId xmlns:a16="http://schemas.microsoft.com/office/drawing/2014/main" id="{27B76286-63A1-AF4F-B23C-363AA8A8471F}"/>
              </a:ext>
            </a:extLst>
          </p:cNvPr>
          <p:cNvSpPr>
            <a:spLocks noGrp="1"/>
          </p:cNvSpPr>
          <p:nvPr>
            <p:ph type="pic" sz="quarter" idx="14"/>
          </p:nvPr>
        </p:nvSpPr>
        <p:spPr>
          <a:xfrm>
            <a:off x="1038044" y="2405063"/>
            <a:ext cx="946150" cy="944562"/>
          </a:xfrm>
        </p:spPr>
        <p:txBody>
          <a:bodyPr anchor="ctr">
            <a:normAutofit/>
          </a:bodyPr>
          <a:lstStyle>
            <a:lvl1pPr marL="0" indent="0" algn="ctr">
              <a:buNone/>
              <a:defRPr sz="1400">
                <a:latin typeface="Open Sauce One" panose="00000500000000000000" pitchFamily="2" charset="0"/>
              </a:defRPr>
            </a:lvl1pPr>
          </a:lstStyle>
          <a:p>
            <a:r>
              <a:rPr lang="en-GB"/>
              <a:t>Click icon to add picture</a:t>
            </a:r>
            <a:endParaRPr lang="en-US" dirty="0"/>
          </a:p>
        </p:txBody>
      </p:sp>
      <p:sp>
        <p:nvSpPr>
          <p:cNvPr id="19" name="Text Placeholder 18">
            <a:extLst>
              <a:ext uri="{FF2B5EF4-FFF2-40B4-BE49-F238E27FC236}">
                <a16:creationId xmlns:a16="http://schemas.microsoft.com/office/drawing/2014/main" id="{64F5D22F-DDAB-8A40-B9D8-54ACF9C0E0E2}"/>
              </a:ext>
            </a:extLst>
          </p:cNvPr>
          <p:cNvSpPr>
            <a:spLocks noGrp="1"/>
          </p:cNvSpPr>
          <p:nvPr>
            <p:ph type="body" sz="quarter" idx="15" hasCustomPrompt="1"/>
          </p:nvPr>
        </p:nvSpPr>
        <p:spPr>
          <a:xfrm>
            <a:off x="2200773" y="2498043"/>
            <a:ext cx="2917826" cy="404812"/>
          </a:xfrm>
        </p:spPr>
        <p:txBody>
          <a:bodyPr anchor="b">
            <a:noAutofit/>
          </a:bodyPr>
          <a:lstStyle>
            <a:lvl1pPr marL="0" indent="0">
              <a:buNone/>
              <a:defRPr sz="1800" spc="200" baseline="0">
                <a:solidFill>
                  <a:schemeClr val="bg1"/>
                </a:solidFill>
                <a:latin typeface="Open Sauce One" panose="00000500000000000000" pitchFamily="2" charset="0"/>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US"/>
              <a:t>CLICK TO EDIT</a:t>
            </a:r>
          </a:p>
        </p:txBody>
      </p:sp>
      <p:sp>
        <p:nvSpPr>
          <p:cNvPr id="20" name="Text Placeholder 18">
            <a:extLst>
              <a:ext uri="{FF2B5EF4-FFF2-40B4-BE49-F238E27FC236}">
                <a16:creationId xmlns:a16="http://schemas.microsoft.com/office/drawing/2014/main" id="{3970178A-7D91-5F40-B3BD-58988D1D235B}"/>
              </a:ext>
            </a:extLst>
          </p:cNvPr>
          <p:cNvSpPr>
            <a:spLocks noGrp="1"/>
          </p:cNvSpPr>
          <p:nvPr>
            <p:ph type="body" sz="quarter" idx="16"/>
          </p:nvPr>
        </p:nvSpPr>
        <p:spPr>
          <a:xfrm>
            <a:off x="2200773" y="2922586"/>
            <a:ext cx="2917826" cy="404812"/>
          </a:xfrm>
        </p:spPr>
        <p:txBody>
          <a:bodyPr anchor="t">
            <a:noAutofit/>
          </a:bodyPr>
          <a:lstStyle>
            <a:lvl1pPr marL="0" indent="0">
              <a:buNone/>
              <a:defRPr sz="1500" spc="200" baseline="0">
                <a:solidFill>
                  <a:schemeClr val="bg1"/>
                </a:solidFill>
                <a:latin typeface="Open Sauce One" panose="00000500000000000000" pitchFamily="2" charset="0"/>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GB"/>
              <a:t>Click to edit Master text styles</a:t>
            </a:r>
          </a:p>
        </p:txBody>
      </p:sp>
      <p:sp>
        <p:nvSpPr>
          <p:cNvPr id="21" name="Picture Placeholder 16">
            <a:extLst>
              <a:ext uri="{FF2B5EF4-FFF2-40B4-BE49-F238E27FC236}">
                <a16:creationId xmlns:a16="http://schemas.microsoft.com/office/drawing/2014/main" id="{6D61AF1F-6298-744E-B9E2-999EED4A1EC8}"/>
              </a:ext>
            </a:extLst>
          </p:cNvPr>
          <p:cNvSpPr>
            <a:spLocks noGrp="1"/>
          </p:cNvSpPr>
          <p:nvPr>
            <p:ph type="pic" sz="quarter" idx="17"/>
          </p:nvPr>
        </p:nvSpPr>
        <p:spPr>
          <a:xfrm>
            <a:off x="1038044" y="4021592"/>
            <a:ext cx="946150" cy="944562"/>
          </a:xfrm>
        </p:spPr>
        <p:txBody>
          <a:bodyPr anchor="ctr">
            <a:normAutofit/>
          </a:bodyPr>
          <a:lstStyle>
            <a:lvl1pPr marL="0" indent="0" algn="ctr">
              <a:buNone/>
              <a:defRPr sz="1400">
                <a:latin typeface="Open Sauce One" panose="00000500000000000000" pitchFamily="2" charset="0"/>
              </a:defRPr>
            </a:lvl1pPr>
          </a:lstStyle>
          <a:p>
            <a:r>
              <a:rPr lang="en-GB"/>
              <a:t>Click icon to add picture</a:t>
            </a:r>
            <a:endParaRPr lang="en-US" dirty="0"/>
          </a:p>
        </p:txBody>
      </p:sp>
      <p:sp>
        <p:nvSpPr>
          <p:cNvPr id="22" name="Text Placeholder 18">
            <a:extLst>
              <a:ext uri="{FF2B5EF4-FFF2-40B4-BE49-F238E27FC236}">
                <a16:creationId xmlns:a16="http://schemas.microsoft.com/office/drawing/2014/main" id="{B409E4EC-6771-344F-AC49-F0493C4E505B}"/>
              </a:ext>
            </a:extLst>
          </p:cNvPr>
          <p:cNvSpPr>
            <a:spLocks noGrp="1"/>
          </p:cNvSpPr>
          <p:nvPr>
            <p:ph type="body" sz="quarter" idx="18" hasCustomPrompt="1"/>
          </p:nvPr>
        </p:nvSpPr>
        <p:spPr>
          <a:xfrm>
            <a:off x="2200773" y="4114572"/>
            <a:ext cx="2917826" cy="404812"/>
          </a:xfrm>
        </p:spPr>
        <p:txBody>
          <a:bodyPr anchor="b">
            <a:noAutofit/>
          </a:bodyPr>
          <a:lstStyle>
            <a:lvl1pPr marL="0" indent="0">
              <a:buNone/>
              <a:defRPr sz="1800" spc="200" baseline="0">
                <a:solidFill>
                  <a:schemeClr val="bg1"/>
                </a:solidFill>
                <a:latin typeface="Open Sauce One" panose="00000500000000000000" pitchFamily="2" charset="0"/>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US"/>
              <a:t>CLICK TO EDIT</a:t>
            </a:r>
          </a:p>
        </p:txBody>
      </p:sp>
      <p:sp>
        <p:nvSpPr>
          <p:cNvPr id="23" name="Text Placeholder 18">
            <a:extLst>
              <a:ext uri="{FF2B5EF4-FFF2-40B4-BE49-F238E27FC236}">
                <a16:creationId xmlns:a16="http://schemas.microsoft.com/office/drawing/2014/main" id="{22E21560-0E2C-7E48-882F-77B02B0CE34D}"/>
              </a:ext>
            </a:extLst>
          </p:cNvPr>
          <p:cNvSpPr>
            <a:spLocks noGrp="1"/>
          </p:cNvSpPr>
          <p:nvPr>
            <p:ph type="body" sz="quarter" idx="19"/>
          </p:nvPr>
        </p:nvSpPr>
        <p:spPr>
          <a:xfrm>
            <a:off x="2200773" y="4539115"/>
            <a:ext cx="2917826" cy="404812"/>
          </a:xfrm>
        </p:spPr>
        <p:txBody>
          <a:bodyPr anchor="t">
            <a:noAutofit/>
          </a:bodyPr>
          <a:lstStyle>
            <a:lvl1pPr marL="0" indent="0">
              <a:buNone/>
              <a:defRPr sz="1500" spc="200" baseline="0">
                <a:solidFill>
                  <a:schemeClr val="bg1"/>
                </a:solidFill>
                <a:latin typeface="Open Sauce One" panose="00000500000000000000" pitchFamily="2" charset="0"/>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GB"/>
              <a:t>Click to edit Master text styles</a:t>
            </a:r>
          </a:p>
        </p:txBody>
      </p:sp>
      <p:sp>
        <p:nvSpPr>
          <p:cNvPr id="30" name="Picture Placeholder 16">
            <a:extLst>
              <a:ext uri="{FF2B5EF4-FFF2-40B4-BE49-F238E27FC236}">
                <a16:creationId xmlns:a16="http://schemas.microsoft.com/office/drawing/2014/main" id="{E38C0995-936E-464D-86FA-9C8847D9C4DB}"/>
              </a:ext>
            </a:extLst>
          </p:cNvPr>
          <p:cNvSpPr>
            <a:spLocks noGrp="1"/>
          </p:cNvSpPr>
          <p:nvPr>
            <p:ph type="pic" sz="quarter" idx="20"/>
          </p:nvPr>
        </p:nvSpPr>
        <p:spPr>
          <a:xfrm>
            <a:off x="5710265" y="2405063"/>
            <a:ext cx="946150" cy="944562"/>
          </a:xfrm>
        </p:spPr>
        <p:txBody>
          <a:bodyPr anchor="ctr">
            <a:normAutofit/>
          </a:bodyPr>
          <a:lstStyle>
            <a:lvl1pPr marL="0" indent="0" algn="ctr">
              <a:buNone/>
              <a:defRPr sz="1400">
                <a:latin typeface="Open Sauce One" panose="00000500000000000000" pitchFamily="2" charset="0"/>
              </a:defRPr>
            </a:lvl1pPr>
          </a:lstStyle>
          <a:p>
            <a:r>
              <a:rPr lang="en-GB"/>
              <a:t>Click icon to add picture</a:t>
            </a:r>
            <a:endParaRPr lang="en-US" dirty="0"/>
          </a:p>
        </p:txBody>
      </p:sp>
      <p:sp>
        <p:nvSpPr>
          <p:cNvPr id="31" name="Text Placeholder 18">
            <a:extLst>
              <a:ext uri="{FF2B5EF4-FFF2-40B4-BE49-F238E27FC236}">
                <a16:creationId xmlns:a16="http://schemas.microsoft.com/office/drawing/2014/main" id="{00F264F2-A8BF-BF4E-82E5-457A75FF385D}"/>
              </a:ext>
            </a:extLst>
          </p:cNvPr>
          <p:cNvSpPr>
            <a:spLocks noGrp="1"/>
          </p:cNvSpPr>
          <p:nvPr>
            <p:ph type="body" sz="quarter" idx="21" hasCustomPrompt="1"/>
          </p:nvPr>
        </p:nvSpPr>
        <p:spPr>
          <a:xfrm>
            <a:off x="6872994" y="2498043"/>
            <a:ext cx="2917826" cy="404812"/>
          </a:xfrm>
        </p:spPr>
        <p:txBody>
          <a:bodyPr anchor="b">
            <a:noAutofit/>
          </a:bodyPr>
          <a:lstStyle>
            <a:lvl1pPr marL="0" indent="0">
              <a:buNone/>
              <a:defRPr sz="1800" spc="200" baseline="0">
                <a:solidFill>
                  <a:schemeClr val="bg1"/>
                </a:solidFill>
                <a:latin typeface="Open Sauce One" panose="00000500000000000000" pitchFamily="2" charset="0"/>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US"/>
              <a:t>CLICK TO EDIT</a:t>
            </a:r>
          </a:p>
        </p:txBody>
      </p:sp>
      <p:sp>
        <p:nvSpPr>
          <p:cNvPr id="32" name="Text Placeholder 18">
            <a:extLst>
              <a:ext uri="{FF2B5EF4-FFF2-40B4-BE49-F238E27FC236}">
                <a16:creationId xmlns:a16="http://schemas.microsoft.com/office/drawing/2014/main" id="{C969F956-9E58-0C47-8A73-BA9372304267}"/>
              </a:ext>
            </a:extLst>
          </p:cNvPr>
          <p:cNvSpPr>
            <a:spLocks noGrp="1"/>
          </p:cNvSpPr>
          <p:nvPr>
            <p:ph type="body" sz="quarter" idx="22"/>
          </p:nvPr>
        </p:nvSpPr>
        <p:spPr>
          <a:xfrm>
            <a:off x="6872994" y="2922586"/>
            <a:ext cx="2917826" cy="404812"/>
          </a:xfrm>
        </p:spPr>
        <p:txBody>
          <a:bodyPr anchor="t">
            <a:noAutofit/>
          </a:bodyPr>
          <a:lstStyle>
            <a:lvl1pPr marL="0" indent="0">
              <a:buNone/>
              <a:defRPr sz="1500" spc="200" baseline="0">
                <a:solidFill>
                  <a:schemeClr val="bg1"/>
                </a:solidFill>
                <a:latin typeface="Open Sauce One" panose="00000500000000000000" pitchFamily="2" charset="0"/>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GB"/>
              <a:t>Click to edit Master text styles</a:t>
            </a:r>
          </a:p>
        </p:txBody>
      </p:sp>
      <p:sp>
        <p:nvSpPr>
          <p:cNvPr id="33" name="Picture Placeholder 16">
            <a:extLst>
              <a:ext uri="{FF2B5EF4-FFF2-40B4-BE49-F238E27FC236}">
                <a16:creationId xmlns:a16="http://schemas.microsoft.com/office/drawing/2014/main" id="{3A0B62B7-7680-5D4B-BC6D-4FFA49561510}"/>
              </a:ext>
            </a:extLst>
          </p:cNvPr>
          <p:cNvSpPr>
            <a:spLocks noGrp="1"/>
          </p:cNvSpPr>
          <p:nvPr>
            <p:ph type="pic" sz="quarter" idx="23"/>
          </p:nvPr>
        </p:nvSpPr>
        <p:spPr>
          <a:xfrm>
            <a:off x="5710265" y="4021592"/>
            <a:ext cx="946150" cy="944562"/>
          </a:xfrm>
        </p:spPr>
        <p:txBody>
          <a:bodyPr anchor="ctr">
            <a:normAutofit/>
          </a:bodyPr>
          <a:lstStyle>
            <a:lvl1pPr marL="0" indent="0" algn="ctr">
              <a:buNone/>
              <a:defRPr sz="1400">
                <a:latin typeface="Open Sauce One" panose="00000500000000000000" pitchFamily="2" charset="0"/>
              </a:defRPr>
            </a:lvl1pPr>
          </a:lstStyle>
          <a:p>
            <a:r>
              <a:rPr lang="en-GB"/>
              <a:t>Click icon to add picture</a:t>
            </a:r>
            <a:endParaRPr lang="en-US" dirty="0"/>
          </a:p>
        </p:txBody>
      </p:sp>
      <p:sp>
        <p:nvSpPr>
          <p:cNvPr id="34" name="Text Placeholder 18">
            <a:extLst>
              <a:ext uri="{FF2B5EF4-FFF2-40B4-BE49-F238E27FC236}">
                <a16:creationId xmlns:a16="http://schemas.microsoft.com/office/drawing/2014/main" id="{6C664169-B5AF-FB46-AA38-C9DDC1EB8F74}"/>
              </a:ext>
            </a:extLst>
          </p:cNvPr>
          <p:cNvSpPr>
            <a:spLocks noGrp="1"/>
          </p:cNvSpPr>
          <p:nvPr>
            <p:ph type="body" sz="quarter" idx="24" hasCustomPrompt="1"/>
          </p:nvPr>
        </p:nvSpPr>
        <p:spPr>
          <a:xfrm>
            <a:off x="6872994" y="4114572"/>
            <a:ext cx="2917826" cy="404812"/>
          </a:xfrm>
        </p:spPr>
        <p:txBody>
          <a:bodyPr anchor="b">
            <a:noAutofit/>
          </a:bodyPr>
          <a:lstStyle>
            <a:lvl1pPr marL="0" indent="0">
              <a:buNone/>
              <a:defRPr sz="1800" spc="200" baseline="0">
                <a:solidFill>
                  <a:schemeClr val="bg1"/>
                </a:solidFill>
                <a:latin typeface="Open Sauce One" panose="00000500000000000000" pitchFamily="2" charset="0"/>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US"/>
              <a:t>CLICK TO EDIT</a:t>
            </a:r>
          </a:p>
        </p:txBody>
      </p:sp>
      <p:sp>
        <p:nvSpPr>
          <p:cNvPr id="35" name="Text Placeholder 18">
            <a:extLst>
              <a:ext uri="{FF2B5EF4-FFF2-40B4-BE49-F238E27FC236}">
                <a16:creationId xmlns:a16="http://schemas.microsoft.com/office/drawing/2014/main" id="{EB349D7E-9425-EA4B-906F-145652D00795}"/>
              </a:ext>
            </a:extLst>
          </p:cNvPr>
          <p:cNvSpPr>
            <a:spLocks noGrp="1"/>
          </p:cNvSpPr>
          <p:nvPr>
            <p:ph type="body" sz="quarter" idx="25"/>
          </p:nvPr>
        </p:nvSpPr>
        <p:spPr>
          <a:xfrm>
            <a:off x="6872994" y="4539115"/>
            <a:ext cx="2917826" cy="404812"/>
          </a:xfrm>
        </p:spPr>
        <p:txBody>
          <a:bodyPr anchor="t">
            <a:noAutofit/>
          </a:bodyPr>
          <a:lstStyle>
            <a:lvl1pPr marL="0" indent="0">
              <a:buNone/>
              <a:defRPr sz="1500" spc="200" baseline="0">
                <a:solidFill>
                  <a:schemeClr val="bg1"/>
                </a:solidFill>
                <a:latin typeface="Open Sauce One" panose="00000500000000000000" pitchFamily="2" charset="0"/>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GB"/>
              <a:t>Click to edit Master text styles</a:t>
            </a:r>
          </a:p>
        </p:txBody>
      </p:sp>
      <p:sp>
        <p:nvSpPr>
          <p:cNvPr id="36" name="Title 1">
            <a:extLst>
              <a:ext uri="{FF2B5EF4-FFF2-40B4-BE49-F238E27FC236}">
                <a16:creationId xmlns:a16="http://schemas.microsoft.com/office/drawing/2014/main" id="{E6971742-A7E0-0D4A-AE6E-496FB9EC1BF1}"/>
              </a:ext>
            </a:extLst>
          </p:cNvPr>
          <p:cNvSpPr>
            <a:spLocks noGrp="1"/>
          </p:cNvSpPr>
          <p:nvPr>
            <p:ph type="ctrTitle"/>
          </p:nvPr>
        </p:nvSpPr>
        <p:spPr>
          <a:xfrm>
            <a:off x="916017" y="978408"/>
            <a:ext cx="8357616" cy="1088136"/>
          </a:xfrm>
        </p:spPr>
        <p:txBody>
          <a:bodyPr anchor="ctr">
            <a:normAutofit/>
          </a:bodyPr>
          <a:lstStyle>
            <a:lvl1pPr algn="l">
              <a:defRPr sz="4000" cap="all" spc="300" baseline="0">
                <a:solidFill>
                  <a:schemeClr val="bg1"/>
                </a:solidFill>
                <a:latin typeface="Open Sauce One" panose="00000500000000000000" pitchFamily="2" charset="0"/>
              </a:defRPr>
            </a:lvl1pPr>
          </a:lstStyle>
          <a:p>
            <a:r>
              <a:rPr lang="en-GB"/>
              <a:t>Click to edit Master title style</a:t>
            </a:r>
            <a:endParaRPr lang="en-US" dirty="0"/>
          </a:p>
        </p:txBody>
      </p:sp>
      <p:pic>
        <p:nvPicPr>
          <p:cNvPr id="24" name="Picture 23" descr="A picture containing text, sign&#10;&#10;Description automatically generated">
            <a:extLst>
              <a:ext uri="{FF2B5EF4-FFF2-40B4-BE49-F238E27FC236}">
                <a16:creationId xmlns:a16="http://schemas.microsoft.com/office/drawing/2014/main" id="{41CFCEA9-3026-60C9-E641-0450795F13A7}"/>
              </a:ext>
            </a:extLst>
          </p:cNvPr>
          <p:cNvPicPr>
            <a:picLocks noChangeAspect="1"/>
          </p:cNvPicPr>
          <p:nvPr userDrawn="1"/>
        </p:nvPicPr>
        <p:blipFill>
          <a:blip r:embed="rId2"/>
          <a:stretch>
            <a:fillRect/>
          </a:stretch>
        </p:blipFill>
        <p:spPr>
          <a:xfrm>
            <a:off x="9860974" y="5395747"/>
            <a:ext cx="1533832" cy="695337"/>
          </a:xfrm>
          <a:prstGeom prst="rect">
            <a:avLst/>
          </a:prstGeom>
        </p:spPr>
      </p:pic>
    </p:spTree>
    <p:extLst>
      <p:ext uri="{BB962C8B-B14F-4D97-AF65-F5344CB8AC3E}">
        <p14:creationId xmlns:p14="http://schemas.microsoft.com/office/powerpoint/2010/main" val="4171849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eet the Team 8">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01F428E6-A8A2-E844-9C02-078ED4D9934D}"/>
              </a:ext>
            </a:extLst>
          </p:cNvPr>
          <p:cNvSpPr>
            <a:spLocks noGrp="1"/>
          </p:cNvSpPr>
          <p:nvPr>
            <p:ph type="pic" sz="quarter" idx="13"/>
          </p:nvPr>
        </p:nvSpPr>
        <p:spPr>
          <a:xfrm>
            <a:off x="0" y="0"/>
            <a:ext cx="12192000" cy="6858000"/>
          </a:xfrm>
          <a:solidFill>
            <a:schemeClr val="tx2">
              <a:lumMod val="20000"/>
              <a:lumOff val="80000"/>
            </a:schemeClr>
          </a:solidFill>
        </p:spPr>
        <p:txBody>
          <a:bodyPr/>
          <a:lstStyle>
            <a:lvl1pPr>
              <a:defRPr>
                <a:latin typeface="+mj-lt"/>
              </a:defRPr>
            </a:lvl1pPr>
          </a:lstStyle>
          <a:p>
            <a:r>
              <a:rPr lang="en-GB"/>
              <a:t>Click icon to add picture</a:t>
            </a:r>
            <a:endParaRPr lang="en-US" dirty="0"/>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lvl1pPr>
              <a:defRPr sz="1000">
                <a:solidFill>
                  <a:schemeClr val="tx2"/>
                </a:solidFill>
                <a:latin typeface="+mj-lt"/>
              </a:defRPr>
            </a:lvl1pPr>
          </a:lstStyle>
          <a:p>
            <a:fld id="{A4486D74-B37B-F546-968B-4AC3E7616DD3}" type="datetime1">
              <a:rPr lang="en-US" smtClean="0"/>
              <a:pPr/>
              <a:t>5/15/26</a:t>
            </a:fld>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lvl1pPr>
              <a:defRPr sz="1000">
                <a:solidFill>
                  <a:schemeClr val="tx2"/>
                </a:solidFill>
                <a:latin typeface="+mj-lt"/>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lvl1pPr>
              <a:defRPr sz="1000">
                <a:solidFill>
                  <a:schemeClr val="tx2"/>
                </a:solidFill>
                <a:latin typeface="+mj-lt"/>
              </a:defRPr>
            </a:lvl1pPr>
          </a:lstStyle>
          <a:p>
            <a:fld id="{294A09A9-5501-47C1-A89A-A340965A2BE2}" type="slidenum">
              <a:rPr lang="en-US" smtClean="0"/>
              <a:pPr/>
              <a:t>‹#›</a:t>
            </a:fld>
            <a:endParaRPr lang="en-US" dirty="0"/>
          </a:p>
        </p:txBody>
      </p:sp>
      <p:sp>
        <p:nvSpPr>
          <p:cNvPr id="17" name="Picture Placeholder 16">
            <a:extLst>
              <a:ext uri="{FF2B5EF4-FFF2-40B4-BE49-F238E27FC236}">
                <a16:creationId xmlns:a16="http://schemas.microsoft.com/office/drawing/2014/main" id="{27B76286-63A1-AF4F-B23C-363AA8A8471F}"/>
              </a:ext>
            </a:extLst>
          </p:cNvPr>
          <p:cNvSpPr>
            <a:spLocks noGrp="1"/>
          </p:cNvSpPr>
          <p:nvPr>
            <p:ph type="pic" sz="quarter" idx="14"/>
          </p:nvPr>
        </p:nvSpPr>
        <p:spPr>
          <a:xfrm>
            <a:off x="1038044" y="2159159"/>
            <a:ext cx="923886" cy="922335"/>
          </a:xfrm>
        </p:spPr>
        <p:txBody>
          <a:bodyPr>
            <a:noAutofit/>
          </a:bodyPr>
          <a:lstStyle>
            <a:lvl1pPr>
              <a:defRPr>
                <a:latin typeface="+mj-lt"/>
              </a:defRPr>
            </a:lvl1pPr>
          </a:lstStyle>
          <a:p>
            <a:r>
              <a:rPr lang="en-GB"/>
              <a:t>Click icon to add picture</a:t>
            </a:r>
            <a:endParaRPr lang="en-US" dirty="0"/>
          </a:p>
        </p:txBody>
      </p:sp>
      <p:sp>
        <p:nvSpPr>
          <p:cNvPr id="19" name="Text Placeholder 18">
            <a:extLst>
              <a:ext uri="{FF2B5EF4-FFF2-40B4-BE49-F238E27FC236}">
                <a16:creationId xmlns:a16="http://schemas.microsoft.com/office/drawing/2014/main" id="{64F5D22F-DDAB-8A40-B9D8-54ACF9C0E0E2}"/>
              </a:ext>
            </a:extLst>
          </p:cNvPr>
          <p:cNvSpPr>
            <a:spLocks noGrp="1"/>
          </p:cNvSpPr>
          <p:nvPr>
            <p:ph type="body" sz="quarter" idx="15" hasCustomPrompt="1"/>
          </p:nvPr>
        </p:nvSpPr>
        <p:spPr>
          <a:xfrm>
            <a:off x="1038044" y="3105654"/>
            <a:ext cx="2526566" cy="402336"/>
          </a:xfrm>
        </p:spPr>
        <p:txBody>
          <a:bodyPr lIns="0" anchor="b">
            <a:noAutofit/>
          </a:bodyPr>
          <a:lstStyle>
            <a:lvl1pPr marL="0" indent="0">
              <a:buNone/>
              <a:defRPr sz="1600" spc="200" baseline="0">
                <a:solidFill>
                  <a:schemeClr val="bg1"/>
                </a:solidFill>
                <a:latin typeface="+mj-lt"/>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US" dirty="0"/>
              <a:t>CLICK TO EDIT</a:t>
            </a:r>
          </a:p>
        </p:txBody>
      </p:sp>
      <p:sp>
        <p:nvSpPr>
          <p:cNvPr id="20" name="Text Placeholder 18">
            <a:extLst>
              <a:ext uri="{FF2B5EF4-FFF2-40B4-BE49-F238E27FC236}">
                <a16:creationId xmlns:a16="http://schemas.microsoft.com/office/drawing/2014/main" id="{3970178A-7D91-5F40-B3BD-58988D1D235B}"/>
              </a:ext>
            </a:extLst>
          </p:cNvPr>
          <p:cNvSpPr>
            <a:spLocks noGrp="1"/>
          </p:cNvSpPr>
          <p:nvPr>
            <p:ph type="body" sz="quarter" idx="16"/>
          </p:nvPr>
        </p:nvSpPr>
        <p:spPr>
          <a:xfrm>
            <a:off x="1038044" y="3483864"/>
            <a:ext cx="2526566" cy="404812"/>
          </a:xfrm>
        </p:spPr>
        <p:txBody>
          <a:bodyPr lIns="0" anchor="t">
            <a:noAutofit/>
          </a:bodyPr>
          <a:lstStyle>
            <a:lvl1pPr marL="0" indent="0">
              <a:buNone/>
              <a:defRPr sz="1200" spc="200" baseline="0">
                <a:solidFill>
                  <a:schemeClr val="bg1"/>
                </a:solidFill>
                <a:latin typeface="+mj-lt"/>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GB"/>
              <a:t>Click to edit Master text styles</a:t>
            </a:r>
          </a:p>
        </p:txBody>
      </p:sp>
      <p:sp>
        <p:nvSpPr>
          <p:cNvPr id="24" name="Picture Placeholder 16">
            <a:extLst>
              <a:ext uri="{FF2B5EF4-FFF2-40B4-BE49-F238E27FC236}">
                <a16:creationId xmlns:a16="http://schemas.microsoft.com/office/drawing/2014/main" id="{6A88DE59-CC76-784E-91CC-86A873E12BB0}"/>
              </a:ext>
            </a:extLst>
          </p:cNvPr>
          <p:cNvSpPr>
            <a:spLocks noGrp="1"/>
          </p:cNvSpPr>
          <p:nvPr>
            <p:ph type="pic" sz="quarter" idx="17"/>
          </p:nvPr>
        </p:nvSpPr>
        <p:spPr>
          <a:xfrm>
            <a:off x="3719251" y="2159159"/>
            <a:ext cx="923886" cy="922335"/>
          </a:xfrm>
        </p:spPr>
        <p:txBody>
          <a:bodyPr>
            <a:noAutofit/>
          </a:bodyPr>
          <a:lstStyle>
            <a:lvl1pPr>
              <a:defRPr>
                <a:latin typeface="+mj-lt"/>
              </a:defRPr>
            </a:lvl1pPr>
          </a:lstStyle>
          <a:p>
            <a:r>
              <a:rPr lang="en-GB"/>
              <a:t>Click icon to add picture</a:t>
            </a:r>
            <a:endParaRPr lang="en-US" dirty="0"/>
          </a:p>
        </p:txBody>
      </p:sp>
      <p:sp>
        <p:nvSpPr>
          <p:cNvPr id="25" name="Text Placeholder 18">
            <a:extLst>
              <a:ext uri="{FF2B5EF4-FFF2-40B4-BE49-F238E27FC236}">
                <a16:creationId xmlns:a16="http://schemas.microsoft.com/office/drawing/2014/main" id="{EC7436AA-C631-914A-893C-01BFCB514469}"/>
              </a:ext>
            </a:extLst>
          </p:cNvPr>
          <p:cNvSpPr>
            <a:spLocks noGrp="1"/>
          </p:cNvSpPr>
          <p:nvPr>
            <p:ph type="body" sz="quarter" idx="18" hasCustomPrompt="1"/>
          </p:nvPr>
        </p:nvSpPr>
        <p:spPr>
          <a:xfrm>
            <a:off x="3719251" y="3105654"/>
            <a:ext cx="2526566" cy="402336"/>
          </a:xfrm>
        </p:spPr>
        <p:txBody>
          <a:bodyPr lIns="0" anchor="b">
            <a:noAutofit/>
          </a:bodyPr>
          <a:lstStyle>
            <a:lvl1pPr marL="0" indent="0">
              <a:buNone/>
              <a:defRPr sz="1600" spc="200" baseline="0">
                <a:solidFill>
                  <a:schemeClr val="bg1"/>
                </a:solidFill>
                <a:latin typeface="+mj-lt"/>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US" dirty="0"/>
              <a:t>CLICK TO EDIT</a:t>
            </a:r>
          </a:p>
        </p:txBody>
      </p:sp>
      <p:sp>
        <p:nvSpPr>
          <p:cNvPr id="26" name="Text Placeholder 18">
            <a:extLst>
              <a:ext uri="{FF2B5EF4-FFF2-40B4-BE49-F238E27FC236}">
                <a16:creationId xmlns:a16="http://schemas.microsoft.com/office/drawing/2014/main" id="{7D3267A9-41C6-6D41-B94A-AF3A0B8D3CC2}"/>
              </a:ext>
            </a:extLst>
          </p:cNvPr>
          <p:cNvSpPr>
            <a:spLocks noGrp="1"/>
          </p:cNvSpPr>
          <p:nvPr>
            <p:ph type="body" sz="quarter" idx="19"/>
          </p:nvPr>
        </p:nvSpPr>
        <p:spPr>
          <a:xfrm>
            <a:off x="3719251" y="3483864"/>
            <a:ext cx="2526566" cy="404812"/>
          </a:xfrm>
        </p:spPr>
        <p:txBody>
          <a:bodyPr lIns="0" anchor="t">
            <a:noAutofit/>
          </a:bodyPr>
          <a:lstStyle>
            <a:lvl1pPr marL="0" indent="0">
              <a:buNone/>
              <a:defRPr sz="1200" spc="200" baseline="0">
                <a:solidFill>
                  <a:schemeClr val="bg1"/>
                </a:solidFill>
                <a:latin typeface="+mj-lt"/>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GB"/>
              <a:t>Click to edit Master text styles</a:t>
            </a:r>
          </a:p>
        </p:txBody>
      </p:sp>
      <p:sp>
        <p:nvSpPr>
          <p:cNvPr id="27" name="Picture Placeholder 16">
            <a:extLst>
              <a:ext uri="{FF2B5EF4-FFF2-40B4-BE49-F238E27FC236}">
                <a16:creationId xmlns:a16="http://schemas.microsoft.com/office/drawing/2014/main" id="{0CA14719-28D1-1245-82ED-C30AEA3FF510}"/>
              </a:ext>
            </a:extLst>
          </p:cNvPr>
          <p:cNvSpPr>
            <a:spLocks noGrp="1"/>
          </p:cNvSpPr>
          <p:nvPr>
            <p:ph type="pic" sz="quarter" idx="20"/>
          </p:nvPr>
        </p:nvSpPr>
        <p:spPr>
          <a:xfrm>
            <a:off x="6415955" y="2159159"/>
            <a:ext cx="923886" cy="922335"/>
          </a:xfrm>
        </p:spPr>
        <p:txBody>
          <a:bodyPr>
            <a:noAutofit/>
          </a:bodyPr>
          <a:lstStyle>
            <a:lvl1pPr>
              <a:defRPr>
                <a:latin typeface="+mj-lt"/>
              </a:defRPr>
            </a:lvl1pPr>
          </a:lstStyle>
          <a:p>
            <a:r>
              <a:rPr lang="en-GB"/>
              <a:t>Click icon to add picture</a:t>
            </a:r>
            <a:endParaRPr lang="en-US" dirty="0"/>
          </a:p>
        </p:txBody>
      </p:sp>
      <p:sp>
        <p:nvSpPr>
          <p:cNvPr id="28" name="Text Placeholder 18">
            <a:extLst>
              <a:ext uri="{FF2B5EF4-FFF2-40B4-BE49-F238E27FC236}">
                <a16:creationId xmlns:a16="http://schemas.microsoft.com/office/drawing/2014/main" id="{A0F20BEC-0D1F-424C-A708-3CD1B159CB9D}"/>
              </a:ext>
            </a:extLst>
          </p:cNvPr>
          <p:cNvSpPr>
            <a:spLocks noGrp="1"/>
          </p:cNvSpPr>
          <p:nvPr>
            <p:ph type="body" sz="quarter" idx="21" hasCustomPrompt="1"/>
          </p:nvPr>
        </p:nvSpPr>
        <p:spPr>
          <a:xfrm>
            <a:off x="6415955" y="3105654"/>
            <a:ext cx="2526566" cy="402336"/>
          </a:xfrm>
        </p:spPr>
        <p:txBody>
          <a:bodyPr lIns="0" anchor="b">
            <a:noAutofit/>
          </a:bodyPr>
          <a:lstStyle>
            <a:lvl1pPr marL="0" indent="0">
              <a:buNone/>
              <a:defRPr sz="1600" spc="200" baseline="0">
                <a:solidFill>
                  <a:schemeClr val="bg1"/>
                </a:solidFill>
                <a:latin typeface="+mj-lt"/>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US" dirty="0"/>
              <a:t>CLICK TO EDIT</a:t>
            </a:r>
          </a:p>
        </p:txBody>
      </p:sp>
      <p:sp>
        <p:nvSpPr>
          <p:cNvPr id="29" name="Text Placeholder 18">
            <a:extLst>
              <a:ext uri="{FF2B5EF4-FFF2-40B4-BE49-F238E27FC236}">
                <a16:creationId xmlns:a16="http://schemas.microsoft.com/office/drawing/2014/main" id="{1AF30013-E0ED-7F43-83DA-D58BF2C564E5}"/>
              </a:ext>
            </a:extLst>
          </p:cNvPr>
          <p:cNvSpPr>
            <a:spLocks noGrp="1"/>
          </p:cNvSpPr>
          <p:nvPr>
            <p:ph type="body" sz="quarter" idx="22"/>
          </p:nvPr>
        </p:nvSpPr>
        <p:spPr>
          <a:xfrm>
            <a:off x="6415955" y="3483864"/>
            <a:ext cx="2526566" cy="404812"/>
          </a:xfrm>
        </p:spPr>
        <p:txBody>
          <a:bodyPr lIns="0" anchor="t">
            <a:noAutofit/>
          </a:bodyPr>
          <a:lstStyle>
            <a:lvl1pPr marL="0" indent="0">
              <a:buNone/>
              <a:defRPr sz="1200" spc="200" baseline="0">
                <a:solidFill>
                  <a:schemeClr val="bg1"/>
                </a:solidFill>
                <a:latin typeface="+mj-lt"/>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GB"/>
              <a:t>Click to edit Master text styles</a:t>
            </a:r>
          </a:p>
        </p:txBody>
      </p:sp>
      <p:sp>
        <p:nvSpPr>
          <p:cNvPr id="36" name="Picture Placeholder 16">
            <a:extLst>
              <a:ext uri="{FF2B5EF4-FFF2-40B4-BE49-F238E27FC236}">
                <a16:creationId xmlns:a16="http://schemas.microsoft.com/office/drawing/2014/main" id="{6F279F35-215F-8247-9F1E-B98FCFCBDCD3}"/>
              </a:ext>
            </a:extLst>
          </p:cNvPr>
          <p:cNvSpPr>
            <a:spLocks noGrp="1"/>
          </p:cNvSpPr>
          <p:nvPr>
            <p:ph type="pic" sz="quarter" idx="23"/>
          </p:nvPr>
        </p:nvSpPr>
        <p:spPr>
          <a:xfrm>
            <a:off x="9097162" y="2159159"/>
            <a:ext cx="923886" cy="922335"/>
          </a:xfrm>
        </p:spPr>
        <p:txBody>
          <a:bodyPr>
            <a:noAutofit/>
          </a:bodyPr>
          <a:lstStyle>
            <a:lvl1pPr>
              <a:defRPr>
                <a:latin typeface="+mj-lt"/>
              </a:defRPr>
            </a:lvl1pPr>
          </a:lstStyle>
          <a:p>
            <a:r>
              <a:rPr lang="en-GB"/>
              <a:t>Click icon to add picture</a:t>
            </a:r>
            <a:endParaRPr lang="en-US" dirty="0"/>
          </a:p>
        </p:txBody>
      </p:sp>
      <p:sp>
        <p:nvSpPr>
          <p:cNvPr id="37" name="Text Placeholder 18">
            <a:extLst>
              <a:ext uri="{FF2B5EF4-FFF2-40B4-BE49-F238E27FC236}">
                <a16:creationId xmlns:a16="http://schemas.microsoft.com/office/drawing/2014/main" id="{A61B963F-0880-1E47-A659-7FC76D4D9D59}"/>
              </a:ext>
            </a:extLst>
          </p:cNvPr>
          <p:cNvSpPr>
            <a:spLocks noGrp="1"/>
          </p:cNvSpPr>
          <p:nvPr>
            <p:ph type="body" sz="quarter" idx="24" hasCustomPrompt="1"/>
          </p:nvPr>
        </p:nvSpPr>
        <p:spPr>
          <a:xfrm>
            <a:off x="9097162" y="3105654"/>
            <a:ext cx="2526566" cy="402336"/>
          </a:xfrm>
        </p:spPr>
        <p:txBody>
          <a:bodyPr lIns="0" anchor="b">
            <a:noAutofit/>
          </a:bodyPr>
          <a:lstStyle>
            <a:lvl1pPr marL="0" indent="0">
              <a:buNone/>
              <a:defRPr sz="1600" spc="200" baseline="0">
                <a:solidFill>
                  <a:schemeClr val="bg1"/>
                </a:solidFill>
                <a:latin typeface="+mj-lt"/>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US" dirty="0"/>
              <a:t>CLICK TO EDIT</a:t>
            </a:r>
          </a:p>
        </p:txBody>
      </p:sp>
      <p:sp>
        <p:nvSpPr>
          <p:cNvPr id="38" name="Text Placeholder 18">
            <a:extLst>
              <a:ext uri="{FF2B5EF4-FFF2-40B4-BE49-F238E27FC236}">
                <a16:creationId xmlns:a16="http://schemas.microsoft.com/office/drawing/2014/main" id="{50E852F6-B5E8-8B43-801C-1C4F7B19A5CC}"/>
              </a:ext>
            </a:extLst>
          </p:cNvPr>
          <p:cNvSpPr>
            <a:spLocks noGrp="1"/>
          </p:cNvSpPr>
          <p:nvPr>
            <p:ph type="body" sz="quarter" idx="25"/>
          </p:nvPr>
        </p:nvSpPr>
        <p:spPr>
          <a:xfrm>
            <a:off x="9097162" y="3483864"/>
            <a:ext cx="2526566" cy="404812"/>
          </a:xfrm>
        </p:spPr>
        <p:txBody>
          <a:bodyPr lIns="0" anchor="t">
            <a:noAutofit/>
          </a:bodyPr>
          <a:lstStyle>
            <a:lvl1pPr marL="0" indent="0">
              <a:buNone/>
              <a:defRPr sz="1200" spc="200" baseline="0">
                <a:solidFill>
                  <a:schemeClr val="bg1"/>
                </a:solidFill>
                <a:latin typeface="+mj-lt"/>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GB"/>
              <a:t>Click to edit Master text styles</a:t>
            </a:r>
          </a:p>
        </p:txBody>
      </p:sp>
      <p:sp>
        <p:nvSpPr>
          <p:cNvPr id="39" name="Picture Placeholder 16">
            <a:extLst>
              <a:ext uri="{FF2B5EF4-FFF2-40B4-BE49-F238E27FC236}">
                <a16:creationId xmlns:a16="http://schemas.microsoft.com/office/drawing/2014/main" id="{4FA256BD-105F-BE40-B47B-B9E1894250BC}"/>
              </a:ext>
            </a:extLst>
          </p:cNvPr>
          <p:cNvSpPr>
            <a:spLocks noGrp="1"/>
          </p:cNvSpPr>
          <p:nvPr>
            <p:ph type="pic" sz="quarter" idx="26"/>
          </p:nvPr>
        </p:nvSpPr>
        <p:spPr>
          <a:xfrm>
            <a:off x="1038044" y="4198047"/>
            <a:ext cx="923886" cy="922335"/>
          </a:xfrm>
        </p:spPr>
        <p:txBody>
          <a:bodyPr>
            <a:noAutofit/>
          </a:bodyPr>
          <a:lstStyle>
            <a:lvl1pPr>
              <a:defRPr>
                <a:latin typeface="+mj-lt"/>
              </a:defRPr>
            </a:lvl1pPr>
          </a:lstStyle>
          <a:p>
            <a:r>
              <a:rPr lang="en-GB"/>
              <a:t>Click icon to add picture</a:t>
            </a:r>
            <a:endParaRPr lang="en-US" dirty="0"/>
          </a:p>
        </p:txBody>
      </p:sp>
      <p:sp>
        <p:nvSpPr>
          <p:cNvPr id="40" name="Text Placeholder 18">
            <a:extLst>
              <a:ext uri="{FF2B5EF4-FFF2-40B4-BE49-F238E27FC236}">
                <a16:creationId xmlns:a16="http://schemas.microsoft.com/office/drawing/2014/main" id="{6A4AC0F6-874C-7C4C-9547-94508CE42D0C}"/>
              </a:ext>
            </a:extLst>
          </p:cNvPr>
          <p:cNvSpPr>
            <a:spLocks noGrp="1"/>
          </p:cNvSpPr>
          <p:nvPr>
            <p:ph type="body" sz="quarter" idx="27" hasCustomPrompt="1"/>
          </p:nvPr>
        </p:nvSpPr>
        <p:spPr>
          <a:xfrm>
            <a:off x="1038044" y="5144542"/>
            <a:ext cx="2526566" cy="402336"/>
          </a:xfrm>
        </p:spPr>
        <p:txBody>
          <a:bodyPr lIns="0" anchor="b">
            <a:noAutofit/>
          </a:bodyPr>
          <a:lstStyle>
            <a:lvl1pPr marL="0" indent="0">
              <a:buNone/>
              <a:defRPr sz="1600" spc="200" baseline="0">
                <a:solidFill>
                  <a:schemeClr val="bg1"/>
                </a:solidFill>
                <a:latin typeface="+mj-lt"/>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US" dirty="0"/>
              <a:t>CLICK TO EDIT</a:t>
            </a:r>
          </a:p>
        </p:txBody>
      </p:sp>
      <p:sp>
        <p:nvSpPr>
          <p:cNvPr id="41" name="Text Placeholder 18">
            <a:extLst>
              <a:ext uri="{FF2B5EF4-FFF2-40B4-BE49-F238E27FC236}">
                <a16:creationId xmlns:a16="http://schemas.microsoft.com/office/drawing/2014/main" id="{EA3CCA23-6E76-8F41-9FED-4DB323AEC855}"/>
              </a:ext>
            </a:extLst>
          </p:cNvPr>
          <p:cNvSpPr>
            <a:spLocks noGrp="1"/>
          </p:cNvSpPr>
          <p:nvPr>
            <p:ph type="body" sz="quarter" idx="28"/>
          </p:nvPr>
        </p:nvSpPr>
        <p:spPr>
          <a:xfrm>
            <a:off x="1038044" y="5522976"/>
            <a:ext cx="2526566" cy="404812"/>
          </a:xfrm>
        </p:spPr>
        <p:txBody>
          <a:bodyPr lIns="0" anchor="t">
            <a:noAutofit/>
          </a:bodyPr>
          <a:lstStyle>
            <a:lvl1pPr marL="0" indent="0">
              <a:buNone/>
              <a:defRPr sz="1200" spc="200" baseline="0">
                <a:solidFill>
                  <a:schemeClr val="bg1"/>
                </a:solidFill>
                <a:latin typeface="+mj-lt"/>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GB"/>
              <a:t>Click to edit Master text styles</a:t>
            </a:r>
          </a:p>
        </p:txBody>
      </p:sp>
      <p:sp>
        <p:nvSpPr>
          <p:cNvPr id="42" name="Picture Placeholder 16">
            <a:extLst>
              <a:ext uri="{FF2B5EF4-FFF2-40B4-BE49-F238E27FC236}">
                <a16:creationId xmlns:a16="http://schemas.microsoft.com/office/drawing/2014/main" id="{C2654D0F-1EF0-C945-B023-1561C866903C}"/>
              </a:ext>
            </a:extLst>
          </p:cNvPr>
          <p:cNvSpPr>
            <a:spLocks noGrp="1"/>
          </p:cNvSpPr>
          <p:nvPr>
            <p:ph type="pic" sz="quarter" idx="29"/>
          </p:nvPr>
        </p:nvSpPr>
        <p:spPr>
          <a:xfrm>
            <a:off x="3719251" y="4198047"/>
            <a:ext cx="923886" cy="922335"/>
          </a:xfrm>
        </p:spPr>
        <p:txBody>
          <a:bodyPr>
            <a:noAutofit/>
          </a:bodyPr>
          <a:lstStyle>
            <a:lvl1pPr>
              <a:defRPr>
                <a:latin typeface="+mj-lt"/>
              </a:defRPr>
            </a:lvl1pPr>
          </a:lstStyle>
          <a:p>
            <a:r>
              <a:rPr lang="en-GB"/>
              <a:t>Click icon to add picture</a:t>
            </a:r>
            <a:endParaRPr lang="en-US" dirty="0"/>
          </a:p>
        </p:txBody>
      </p:sp>
      <p:sp>
        <p:nvSpPr>
          <p:cNvPr id="43" name="Text Placeholder 18">
            <a:extLst>
              <a:ext uri="{FF2B5EF4-FFF2-40B4-BE49-F238E27FC236}">
                <a16:creationId xmlns:a16="http://schemas.microsoft.com/office/drawing/2014/main" id="{117D52FF-094D-6749-8A26-B894CEF6ACBA}"/>
              </a:ext>
            </a:extLst>
          </p:cNvPr>
          <p:cNvSpPr>
            <a:spLocks noGrp="1"/>
          </p:cNvSpPr>
          <p:nvPr>
            <p:ph type="body" sz="quarter" idx="30" hasCustomPrompt="1"/>
          </p:nvPr>
        </p:nvSpPr>
        <p:spPr>
          <a:xfrm>
            <a:off x="3719251" y="5144542"/>
            <a:ext cx="2526566" cy="402336"/>
          </a:xfrm>
        </p:spPr>
        <p:txBody>
          <a:bodyPr lIns="0" anchor="b">
            <a:noAutofit/>
          </a:bodyPr>
          <a:lstStyle>
            <a:lvl1pPr marL="0" indent="0">
              <a:buNone/>
              <a:defRPr sz="1600" spc="200" baseline="0">
                <a:solidFill>
                  <a:schemeClr val="bg1"/>
                </a:solidFill>
                <a:latin typeface="+mj-lt"/>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US"/>
              <a:t>CLICK TO EDIT</a:t>
            </a:r>
          </a:p>
        </p:txBody>
      </p:sp>
      <p:sp>
        <p:nvSpPr>
          <p:cNvPr id="44" name="Text Placeholder 18">
            <a:extLst>
              <a:ext uri="{FF2B5EF4-FFF2-40B4-BE49-F238E27FC236}">
                <a16:creationId xmlns:a16="http://schemas.microsoft.com/office/drawing/2014/main" id="{0052C3E7-B5A5-E44C-91BD-16DB655583BE}"/>
              </a:ext>
            </a:extLst>
          </p:cNvPr>
          <p:cNvSpPr>
            <a:spLocks noGrp="1"/>
          </p:cNvSpPr>
          <p:nvPr>
            <p:ph type="body" sz="quarter" idx="31"/>
          </p:nvPr>
        </p:nvSpPr>
        <p:spPr>
          <a:xfrm>
            <a:off x="3719251" y="5522976"/>
            <a:ext cx="2526566" cy="404812"/>
          </a:xfrm>
        </p:spPr>
        <p:txBody>
          <a:bodyPr lIns="0" anchor="t">
            <a:noAutofit/>
          </a:bodyPr>
          <a:lstStyle>
            <a:lvl1pPr marL="0" indent="0">
              <a:buNone/>
              <a:defRPr sz="1200" spc="200" baseline="0">
                <a:solidFill>
                  <a:schemeClr val="bg1"/>
                </a:solidFill>
                <a:latin typeface="+mj-lt"/>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GB"/>
              <a:t>Click to edit Master text styles</a:t>
            </a:r>
          </a:p>
        </p:txBody>
      </p:sp>
      <p:sp>
        <p:nvSpPr>
          <p:cNvPr id="45" name="Picture Placeholder 16">
            <a:extLst>
              <a:ext uri="{FF2B5EF4-FFF2-40B4-BE49-F238E27FC236}">
                <a16:creationId xmlns:a16="http://schemas.microsoft.com/office/drawing/2014/main" id="{D4C618F6-4987-274F-8D08-0934922ACA5A}"/>
              </a:ext>
            </a:extLst>
          </p:cNvPr>
          <p:cNvSpPr>
            <a:spLocks noGrp="1"/>
          </p:cNvSpPr>
          <p:nvPr>
            <p:ph type="pic" sz="quarter" idx="32"/>
          </p:nvPr>
        </p:nvSpPr>
        <p:spPr>
          <a:xfrm>
            <a:off x="6415955" y="4198047"/>
            <a:ext cx="923886" cy="922335"/>
          </a:xfrm>
        </p:spPr>
        <p:txBody>
          <a:bodyPr>
            <a:noAutofit/>
          </a:bodyPr>
          <a:lstStyle>
            <a:lvl1pPr>
              <a:defRPr>
                <a:latin typeface="+mj-lt"/>
              </a:defRPr>
            </a:lvl1pPr>
          </a:lstStyle>
          <a:p>
            <a:r>
              <a:rPr lang="en-GB"/>
              <a:t>Click icon to add picture</a:t>
            </a:r>
            <a:endParaRPr lang="en-US" dirty="0"/>
          </a:p>
        </p:txBody>
      </p:sp>
      <p:sp>
        <p:nvSpPr>
          <p:cNvPr id="46" name="Text Placeholder 18">
            <a:extLst>
              <a:ext uri="{FF2B5EF4-FFF2-40B4-BE49-F238E27FC236}">
                <a16:creationId xmlns:a16="http://schemas.microsoft.com/office/drawing/2014/main" id="{04553546-0C16-4843-8655-70FFDC038AC2}"/>
              </a:ext>
            </a:extLst>
          </p:cNvPr>
          <p:cNvSpPr>
            <a:spLocks noGrp="1"/>
          </p:cNvSpPr>
          <p:nvPr>
            <p:ph type="body" sz="quarter" idx="33" hasCustomPrompt="1"/>
          </p:nvPr>
        </p:nvSpPr>
        <p:spPr>
          <a:xfrm>
            <a:off x="6415955" y="5144542"/>
            <a:ext cx="2526566" cy="402336"/>
          </a:xfrm>
        </p:spPr>
        <p:txBody>
          <a:bodyPr lIns="0" anchor="b">
            <a:noAutofit/>
          </a:bodyPr>
          <a:lstStyle>
            <a:lvl1pPr marL="0" indent="0">
              <a:buNone/>
              <a:defRPr sz="1600" spc="200" baseline="0">
                <a:solidFill>
                  <a:schemeClr val="bg1"/>
                </a:solidFill>
                <a:latin typeface="+mj-lt"/>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US"/>
              <a:t>CLICK TO EDIT</a:t>
            </a:r>
          </a:p>
        </p:txBody>
      </p:sp>
      <p:sp>
        <p:nvSpPr>
          <p:cNvPr id="47" name="Text Placeholder 18">
            <a:extLst>
              <a:ext uri="{FF2B5EF4-FFF2-40B4-BE49-F238E27FC236}">
                <a16:creationId xmlns:a16="http://schemas.microsoft.com/office/drawing/2014/main" id="{0F174D17-C816-804A-BED4-E43623C46686}"/>
              </a:ext>
            </a:extLst>
          </p:cNvPr>
          <p:cNvSpPr>
            <a:spLocks noGrp="1"/>
          </p:cNvSpPr>
          <p:nvPr>
            <p:ph type="body" sz="quarter" idx="34"/>
          </p:nvPr>
        </p:nvSpPr>
        <p:spPr>
          <a:xfrm>
            <a:off x="6415955" y="5522976"/>
            <a:ext cx="2526566" cy="404812"/>
          </a:xfrm>
        </p:spPr>
        <p:txBody>
          <a:bodyPr lIns="0" anchor="t">
            <a:noAutofit/>
          </a:bodyPr>
          <a:lstStyle>
            <a:lvl1pPr marL="0" indent="0">
              <a:buNone/>
              <a:defRPr sz="1200" spc="200" baseline="0">
                <a:solidFill>
                  <a:schemeClr val="bg1"/>
                </a:solidFill>
                <a:latin typeface="+mj-lt"/>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GB"/>
              <a:t>Click to edit Master text styles</a:t>
            </a:r>
          </a:p>
        </p:txBody>
      </p:sp>
      <p:sp>
        <p:nvSpPr>
          <p:cNvPr id="48" name="Picture Placeholder 16">
            <a:extLst>
              <a:ext uri="{FF2B5EF4-FFF2-40B4-BE49-F238E27FC236}">
                <a16:creationId xmlns:a16="http://schemas.microsoft.com/office/drawing/2014/main" id="{3A5BCDFF-966C-EE4B-B676-0DC4FE521CDB}"/>
              </a:ext>
            </a:extLst>
          </p:cNvPr>
          <p:cNvSpPr>
            <a:spLocks noGrp="1"/>
          </p:cNvSpPr>
          <p:nvPr>
            <p:ph type="pic" sz="quarter" idx="35"/>
          </p:nvPr>
        </p:nvSpPr>
        <p:spPr>
          <a:xfrm>
            <a:off x="9097162" y="4198047"/>
            <a:ext cx="923886" cy="922335"/>
          </a:xfrm>
        </p:spPr>
        <p:txBody>
          <a:bodyPr>
            <a:noAutofit/>
          </a:bodyPr>
          <a:lstStyle>
            <a:lvl1pPr>
              <a:defRPr>
                <a:latin typeface="+mj-lt"/>
              </a:defRPr>
            </a:lvl1pPr>
          </a:lstStyle>
          <a:p>
            <a:r>
              <a:rPr lang="en-GB"/>
              <a:t>Click icon to add picture</a:t>
            </a:r>
            <a:endParaRPr lang="en-US" dirty="0"/>
          </a:p>
        </p:txBody>
      </p:sp>
      <p:sp>
        <p:nvSpPr>
          <p:cNvPr id="49" name="Text Placeholder 18">
            <a:extLst>
              <a:ext uri="{FF2B5EF4-FFF2-40B4-BE49-F238E27FC236}">
                <a16:creationId xmlns:a16="http://schemas.microsoft.com/office/drawing/2014/main" id="{3E877DB1-D772-1B4C-8F31-F2C6ACE01CFC}"/>
              </a:ext>
            </a:extLst>
          </p:cNvPr>
          <p:cNvSpPr>
            <a:spLocks noGrp="1"/>
          </p:cNvSpPr>
          <p:nvPr>
            <p:ph type="body" sz="quarter" idx="36" hasCustomPrompt="1"/>
          </p:nvPr>
        </p:nvSpPr>
        <p:spPr>
          <a:xfrm>
            <a:off x="9097162" y="5144542"/>
            <a:ext cx="2526566" cy="402336"/>
          </a:xfrm>
        </p:spPr>
        <p:txBody>
          <a:bodyPr lIns="0" anchor="b">
            <a:noAutofit/>
          </a:bodyPr>
          <a:lstStyle>
            <a:lvl1pPr marL="0" indent="0">
              <a:buNone/>
              <a:defRPr sz="1600" spc="200" baseline="0">
                <a:solidFill>
                  <a:schemeClr val="bg1"/>
                </a:solidFill>
                <a:latin typeface="+mj-lt"/>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US"/>
              <a:t>CLICK TO EDIT</a:t>
            </a:r>
          </a:p>
        </p:txBody>
      </p:sp>
      <p:sp>
        <p:nvSpPr>
          <p:cNvPr id="50" name="Text Placeholder 18">
            <a:extLst>
              <a:ext uri="{FF2B5EF4-FFF2-40B4-BE49-F238E27FC236}">
                <a16:creationId xmlns:a16="http://schemas.microsoft.com/office/drawing/2014/main" id="{BE7B6561-93FC-9B47-B1F2-95F66BC3A859}"/>
              </a:ext>
            </a:extLst>
          </p:cNvPr>
          <p:cNvSpPr>
            <a:spLocks noGrp="1"/>
          </p:cNvSpPr>
          <p:nvPr>
            <p:ph type="body" sz="quarter" idx="37"/>
          </p:nvPr>
        </p:nvSpPr>
        <p:spPr>
          <a:xfrm>
            <a:off x="9097162" y="5522976"/>
            <a:ext cx="2526566" cy="404812"/>
          </a:xfrm>
        </p:spPr>
        <p:txBody>
          <a:bodyPr lIns="0" anchor="t">
            <a:noAutofit/>
          </a:bodyPr>
          <a:lstStyle>
            <a:lvl1pPr marL="0" indent="0">
              <a:buNone/>
              <a:defRPr sz="1200" spc="200" baseline="0">
                <a:solidFill>
                  <a:schemeClr val="bg1"/>
                </a:solidFill>
                <a:latin typeface="+mj-lt"/>
              </a:defRPr>
            </a:lvl1pPr>
            <a:lvl2pPr marL="457200" indent="0">
              <a:buNone/>
              <a:defRPr>
                <a:latin typeface="Tw Cen MT" panose="020B0602020104020603" pitchFamily="34" charset="77"/>
              </a:defRPr>
            </a:lvl2pPr>
            <a:lvl3pPr marL="914400" indent="0">
              <a:buNone/>
              <a:defRPr>
                <a:latin typeface="Tw Cen MT" panose="020B0602020104020603" pitchFamily="34" charset="77"/>
              </a:defRPr>
            </a:lvl3pPr>
            <a:lvl4pPr marL="1371600" indent="0">
              <a:buNone/>
              <a:defRPr>
                <a:latin typeface="Tw Cen MT" panose="020B0602020104020603" pitchFamily="34" charset="77"/>
              </a:defRPr>
            </a:lvl4pPr>
            <a:lvl5pPr marL="1828800" indent="0">
              <a:buNone/>
              <a:defRPr>
                <a:latin typeface="Tw Cen MT" panose="020B0602020104020603" pitchFamily="34" charset="77"/>
              </a:defRPr>
            </a:lvl5pPr>
          </a:lstStyle>
          <a:p>
            <a:pPr lvl="0"/>
            <a:r>
              <a:rPr lang="en-GB"/>
              <a:t>Click to edit Master text styles</a:t>
            </a:r>
          </a:p>
        </p:txBody>
      </p:sp>
      <p:sp>
        <p:nvSpPr>
          <p:cNvPr id="51" name="Title 1">
            <a:extLst>
              <a:ext uri="{FF2B5EF4-FFF2-40B4-BE49-F238E27FC236}">
                <a16:creationId xmlns:a16="http://schemas.microsoft.com/office/drawing/2014/main" id="{373FEBAB-37BE-6B43-AFCA-653DB9B95900}"/>
              </a:ext>
            </a:extLst>
          </p:cNvPr>
          <p:cNvSpPr>
            <a:spLocks noGrp="1"/>
          </p:cNvSpPr>
          <p:nvPr>
            <p:ph type="ctrTitle"/>
          </p:nvPr>
        </p:nvSpPr>
        <p:spPr>
          <a:xfrm>
            <a:off x="916017" y="1033272"/>
            <a:ext cx="8357616" cy="969264"/>
          </a:xfrm>
        </p:spPr>
        <p:txBody>
          <a:bodyPr anchor="ctr">
            <a:noAutofit/>
          </a:bodyPr>
          <a:lstStyle>
            <a:lvl1pPr algn="l">
              <a:defRPr sz="4000" cap="all" spc="300" baseline="0">
                <a:solidFill>
                  <a:schemeClr val="bg1"/>
                </a:solidFill>
                <a:latin typeface="+mj-lt"/>
              </a:defRPr>
            </a:lvl1pPr>
          </a:lstStyle>
          <a:p>
            <a:r>
              <a:rPr lang="en-GB"/>
              <a:t>Click to edit Master title style</a:t>
            </a:r>
            <a:endParaRPr lang="en-US" dirty="0"/>
          </a:p>
        </p:txBody>
      </p:sp>
      <p:pic>
        <p:nvPicPr>
          <p:cNvPr id="31" name="Picture 30" descr="A picture containing text, sign&#10;&#10;Description automatically generated">
            <a:extLst>
              <a:ext uri="{FF2B5EF4-FFF2-40B4-BE49-F238E27FC236}">
                <a16:creationId xmlns:a16="http://schemas.microsoft.com/office/drawing/2014/main" id="{7FA2C155-86D6-43C5-F430-E248D9EC79F5}"/>
              </a:ext>
            </a:extLst>
          </p:cNvPr>
          <p:cNvPicPr>
            <a:picLocks noChangeAspect="1"/>
          </p:cNvPicPr>
          <p:nvPr userDrawn="1"/>
        </p:nvPicPr>
        <p:blipFill>
          <a:blip r:embed="rId2"/>
          <a:stretch>
            <a:fillRect/>
          </a:stretch>
        </p:blipFill>
        <p:spPr>
          <a:xfrm>
            <a:off x="9742151" y="615785"/>
            <a:ext cx="1533832" cy="695337"/>
          </a:xfrm>
          <a:prstGeom prst="rect">
            <a:avLst/>
          </a:prstGeom>
        </p:spPr>
      </p:pic>
    </p:spTree>
    <p:extLst>
      <p:ext uri="{BB962C8B-B14F-4D97-AF65-F5344CB8AC3E}">
        <p14:creationId xmlns:p14="http://schemas.microsoft.com/office/powerpoint/2010/main" val="3624061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lvl1pPr>
              <a:defRPr sz="1000"/>
            </a:lvl1pPr>
          </a:lstStyle>
          <a:p>
            <a:r>
              <a:rPr lang="en-AU" dirty="0"/>
              <a:t>15/5/2026</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lvl1pPr>
              <a:defRPr sz="1000"/>
            </a:lvl1pPr>
          </a:lstStyle>
          <a:p>
            <a:fld id="{294A09A9-5501-47C1-A89A-A340965A2BE2}" type="slidenum">
              <a:rPr lang="en-US" smtClean="0"/>
              <a:pPr/>
              <a:t>‹#›</a:t>
            </a:fld>
            <a:endParaRPr lang="en-US" dirty="0"/>
          </a:p>
        </p:txBody>
      </p:sp>
      <p:sp>
        <p:nvSpPr>
          <p:cNvPr id="12" name="Title 1">
            <a:extLst>
              <a:ext uri="{FF2B5EF4-FFF2-40B4-BE49-F238E27FC236}">
                <a16:creationId xmlns:a16="http://schemas.microsoft.com/office/drawing/2014/main" id="{6B46AC40-4848-C146-B8DE-C805F662DCA5}"/>
              </a:ext>
            </a:extLst>
          </p:cNvPr>
          <p:cNvSpPr>
            <a:spLocks noGrp="1"/>
          </p:cNvSpPr>
          <p:nvPr>
            <p:ph type="title" hasCustomPrompt="1"/>
          </p:nvPr>
        </p:nvSpPr>
        <p:spPr>
          <a:xfrm>
            <a:off x="916016" y="983785"/>
            <a:ext cx="8447439" cy="1074828"/>
          </a:xfrm>
        </p:spPr>
        <p:txBody>
          <a:bodyPr>
            <a:normAutofit/>
          </a:bodyPr>
          <a:lstStyle>
            <a:lvl1pPr>
              <a:defRPr sz="4000" spc="300">
                <a:solidFill>
                  <a:schemeClr val="tx2"/>
                </a:solidFill>
                <a:latin typeface="+mj-lt"/>
              </a:defRPr>
            </a:lvl1pPr>
          </a:lstStyle>
          <a:p>
            <a:r>
              <a:rPr lang="en-US" dirty="0"/>
              <a:t>CLICK TO EDIT MASTER TITLE STYLE</a:t>
            </a:r>
          </a:p>
        </p:txBody>
      </p:sp>
      <p:pic>
        <p:nvPicPr>
          <p:cNvPr id="6" name="Picture 5" descr="A picture containing text, sign&#10;&#10;Description automatically generated">
            <a:extLst>
              <a:ext uri="{FF2B5EF4-FFF2-40B4-BE49-F238E27FC236}">
                <a16:creationId xmlns:a16="http://schemas.microsoft.com/office/drawing/2014/main" id="{627C3494-ED4C-1596-E251-6F6D640C73FD}"/>
              </a:ext>
            </a:extLst>
          </p:cNvPr>
          <p:cNvPicPr>
            <a:picLocks noChangeAspect="1"/>
          </p:cNvPicPr>
          <p:nvPr userDrawn="1"/>
        </p:nvPicPr>
        <p:blipFill>
          <a:blip r:embed="rId2"/>
          <a:stretch>
            <a:fillRect/>
          </a:stretch>
        </p:blipFill>
        <p:spPr>
          <a:xfrm>
            <a:off x="9860974" y="5395747"/>
            <a:ext cx="1533832" cy="695337"/>
          </a:xfrm>
          <a:prstGeom prst="rect">
            <a:avLst/>
          </a:prstGeom>
        </p:spPr>
      </p:pic>
    </p:spTree>
    <p:extLst>
      <p:ext uri="{BB962C8B-B14F-4D97-AF65-F5344CB8AC3E}">
        <p14:creationId xmlns:p14="http://schemas.microsoft.com/office/powerpoint/2010/main" val="3909666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09F4C3CA-7962-4B8E-8004-FBD88F0EFAF2}"/>
              </a:ext>
            </a:extLst>
          </p:cNvPr>
          <p:cNvSpPr>
            <a:spLocks noGrp="1"/>
          </p:cNvSpPr>
          <p:nvPr>
            <p:ph type="dt" sz="half" idx="10"/>
          </p:nvPr>
        </p:nvSpPr>
        <p:spPr/>
        <p:txBody>
          <a:bodyPr/>
          <a:lstStyle>
            <a:lvl1pPr>
              <a:defRPr sz="1000"/>
            </a:lvl1pPr>
          </a:lstStyle>
          <a:p>
            <a:fld id="{B1597006-230C-EE41-ACD1-3FF8D7F2D9A3}" type="datetime1">
              <a:rPr lang="en-US" smtClean="0"/>
              <a:pPr/>
              <a:t>5/15/26</a:t>
            </a:fld>
            <a:endParaRPr lang="en-US" dirty="0"/>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a:xfrm>
            <a:off x="4053114" y="6356350"/>
            <a:ext cx="2188029" cy="365125"/>
          </a:xfrm>
        </p:spPr>
        <p:txBody>
          <a:bodyPr/>
          <a:lstStyle>
            <a:lvl1pPr algn="r">
              <a:defRPr sz="1000"/>
            </a:lvl1pPr>
          </a:lstStyle>
          <a:p>
            <a:r>
              <a:rPr lang="en-US" dirty="0"/>
              <a:t>PRESENTATION TITLE</a:t>
            </a:r>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lvl1pPr>
              <a:defRPr sz="1000">
                <a:solidFill>
                  <a:schemeClr val="bg1"/>
                </a:solidFill>
              </a:defRPr>
            </a:lvl1pPr>
          </a:lstStyle>
          <a:p>
            <a:fld id="{294A09A9-5501-47C1-A89A-A340965A2BE2}" type="slidenum">
              <a:rPr lang="en-US" smtClean="0"/>
              <a:pPr/>
              <a:t>‹#›</a:t>
            </a:fld>
            <a:endParaRPr lang="en-US" dirty="0"/>
          </a:p>
        </p:txBody>
      </p:sp>
      <p:cxnSp>
        <p:nvCxnSpPr>
          <p:cNvPr id="8" name="Straight Connector 7">
            <a:extLst>
              <a:ext uri="{FF2B5EF4-FFF2-40B4-BE49-F238E27FC236}">
                <a16:creationId xmlns:a16="http://schemas.microsoft.com/office/drawing/2014/main" id="{59FE6242-19BA-2847-9959-30D6F0E27035}"/>
              </a:ext>
            </a:extLst>
          </p:cNvPr>
          <p:cNvCxnSpPr/>
          <p:nvPr userDrawn="1"/>
        </p:nvCxnSpPr>
        <p:spPr>
          <a:xfrm flipH="1">
            <a:off x="6333066" y="0"/>
            <a:ext cx="1533832" cy="6091084"/>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Title 11">
            <a:extLst>
              <a:ext uri="{FF2B5EF4-FFF2-40B4-BE49-F238E27FC236}">
                <a16:creationId xmlns:a16="http://schemas.microsoft.com/office/drawing/2014/main" id="{715A3155-E4BF-478C-8D90-C66F5EB27439}"/>
              </a:ext>
            </a:extLst>
          </p:cNvPr>
          <p:cNvSpPr>
            <a:spLocks noGrp="1"/>
          </p:cNvSpPr>
          <p:nvPr>
            <p:ph type="ctrTitle"/>
          </p:nvPr>
        </p:nvSpPr>
        <p:spPr>
          <a:xfrm>
            <a:off x="693682" y="879636"/>
            <a:ext cx="6929862" cy="1198179"/>
          </a:xfrm>
          <a:custGeom>
            <a:avLst/>
            <a:gdLst>
              <a:gd name="connsiteX0" fmla="*/ 0 w 6192892"/>
              <a:gd name="connsiteY0" fmla="*/ 0 h 1198179"/>
              <a:gd name="connsiteX1" fmla="*/ 6192892 w 6192892"/>
              <a:gd name="connsiteY1" fmla="*/ 0 h 1198179"/>
              <a:gd name="connsiteX2" fmla="*/ 5947075 w 6192892"/>
              <a:gd name="connsiteY2" fmla="*/ 1198179 h 1198179"/>
              <a:gd name="connsiteX3" fmla="*/ 0 w 6192892"/>
              <a:gd name="connsiteY3" fmla="*/ 1198179 h 1198179"/>
            </a:gdLst>
            <a:ahLst/>
            <a:cxnLst>
              <a:cxn ang="0">
                <a:pos x="connsiteX0" y="connsiteY0"/>
              </a:cxn>
              <a:cxn ang="0">
                <a:pos x="connsiteX1" y="connsiteY1"/>
              </a:cxn>
              <a:cxn ang="0">
                <a:pos x="connsiteX2" y="connsiteY2"/>
              </a:cxn>
              <a:cxn ang="0">
                <a:pos x="connsiteX3" y="connsiteY3"/>
              </a:cxn>
            </a:cxnLst>
            <a:rect l="l" t="t" r="r" b="b"/>
            <a:pathLst>
              <a:path w="6192892" h="1198179">
                <a:moveTo>
                  <a:pt x="0" y="0"/>
                </a:moveTo>
                <a:lnTo>
                  <a:pt x="6192892" y="0"/>
                </a:lnTo>
                <a:lnTo>
                  <a:pt x="5947075" y="1198179"/>
                </a:lnTo>
                <a:lnTo>
                  <a:pt x="0" y="1198179"/>
                </a:lnTo>
                <a:close/>
              </a:path>
            </a:pathLst>
          </a:custGeom>
          <a:solidFill>
            <a:schemeClr val="accent2"/>
          </a:solidFill>
        </p:spPr>
        <p:txBody>
          <a:bodyPr wrap="square" lIns="228600" anchor="ctr">
            <a:noAutofit/>
          </a:bodyPr>
          <a:lstStyle>
            <a:lvl1pPr algn="l">
              <a:lnSpc>
                <a:spcPct val="100000"/>
              </a:lnSpc>
              <a:defRPr sz="3600" cap="all" spc="300" baseline="0">
                <a:solidFill>
                  <a:schemeClr val="bg1"/>
                </a:solidFill>
                <a:latin typeface="+mj-lt"/>
              </a:defRPr>
            </a:lvl1pPr>
          </a:lstStyle>
          <a:p>
            <a:r>
              <a:rPr lang="en-GB"/>
              <a:t>Click to edit Master title style</a:t>
            </a:r>
            <a:endParaRPr lang="en-US" dirty="0"/>
          </a:p>
        </p:txBody>
      </p:sp>
      <p:sp>
        <p:nvSpPr>
          <p:cNvPr id="10" name="Subtitle 2">
            <a:extLst>
              <a:ext uri="{FF2B5EF4-FFF2-40B4-BE49-F238E27FC236}">
                <a16:creationId xmlns:a16="http://schemas.microsoft.com/office/drawing/2014/main" id="{EDF23CDC-9A9D-5247-AD71-0A10D94BDCBE}"/>
              </a:ext>
            </a:extLst>
          </p:cNvPr>
          <p:cNvSpPr>
            <a:spLocks noGrp="1"/>
          </p:cNvSpPr>
          <p:nvPr>
            <p:ph type="subTitle" idx="1"/>
          </p:nvPr>
        </p:nvSpPr>
        <p:spPr>
          <a:xfrm>
            <a:off x="916016" y="2551819"/>
            <a:ext cx="4413068" cy="3539265"/>
          </a:xfrm>
        </p:spPr>
        <p:txBody>
          <a:bodyPr>
            <a:normAutofit/>
          </a:bodyPr>
          <a:lstStyle>
            <a:lvl1pPr marL="342900" indent="-342900" algn="l">
              <a:lnSpc>
                <a:spcPct val="100000"/>
              </a:lnSpc>
              <a:buFont typeface="Arial" panose="020B0604020202020204" pitchFamily="34" charset="0"/>
              <a:buChar char="•"/>
              <a:defRPr sz="2000" spc="140" baseline="0">
                <a:solidFill>
                  <a:schemeClr val="tx2"/>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27" name="Picture Placeholder 26">
            <a:extLst>
              <a:ext uri="{FF2B5EF4-FFF2-40B4-BE49-F238E27FC236}">
                <a16:creationId xmlns:a16="http://schemas.microsoft.com/office/drawing/2014/main" id="{0DA38E85-9448-450D-A4ED-FFA79C7100D6}"/>
              </a:ext>
            </a:extLst>
          </p:cNvPr>
          <p:cNvSpPr>
            <a:spLocks noGrp="1"/>
          </p:cNvSpPr>
          <p:nvPr>
            <p:ph type="pic" sz="quarter" idx="14"/>
          </p:nvPr>
        </p:nvSpPr>
        <p:spPr>
          <a:xfrm>
            <a:off x="6461342" y="0"/>
            <a:ext cx="5730658" cy="6858000"/>
          </a:xfrm>
          <a:custGeom>
            <a:avLst/>
            <a:gdLst>
              <a:gd name="connsiteX0" fmla="*/ 1688746 w 5730658"/>
              <a:gd name="connsiteY0" fmla="*/ 0 h 6858000"/>
              <a:gd name="connsiteX1" fmla="*/ 5730658 w 5730658"/>
              <a:gd name="connsiteY1" fmla="*/ 0 h 6858000"/>
              <a:gd name="connsiteX2" fmla="*/ 5730658 w 5730658"/>
              <a:gd name="connsiteY2" fmla="*/ 6858000 h 6858000"/>
              <a:gd name="connsiteX3" fmla="*/ 31751 w 5730658"/>
              <a:gd name="connsiteY3" fmla="*/ 6858000 h 6858000"/>
              <a:gd name="connsiteX4" fmla="*/ 31751 w 5730658"/>
              <a:gd name="connsiteY4" fmla="*/ 6857688 h 6858000"/>
              <a:gd name="connsiteX5" fmla="*/ 0 w 5730658"/>
              <a:gd name="connsiteY5" fmla="*/ 6857932 h 6858000"/>
              <a:gd name="connsiteX6" fmla="*/ 31751 w 5730658"/>
              <a:gd name="connsiteY6" fmla="*/ 6729501 h 6858000"/>
              <a:gd name="connsiteX7" fmla="*/ 31751 w 5730658"/>
              <a:gd name="connsiteY7" fmla="*/ 6681788 h 6858000"/>
              <a:gd name="connsiteX8" fmla="*/ 43547 w 5730658"/>
              <a:gd name="connsiteY8" fmla="*/ 6681788 h 6858000"/>
              <a:gd name="connsiteX9" fmla="*/ 1688746 w 5730658"/>
              <a:gd name="connsiteY9" fmla="*/ 270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30658" h="6858000">
                <a:moveTo>
                  <a:pt x="1688746" y="0"/>
                </a:moveTo>
                <a:lnTo>
                  <a:pt x="5730658" y="0"/>
                </a:lnTo>
                <a:lnTo>
                  <a:pt x="5730658" y="6858000"/>
                </a:lnTo>
                <a:lnTo>
                  <a:pt x="31751" y="6858000"/>
                </a:lnTo>
                <a:lnTo>
                  <a:pt x="31751" y="6857688"/>
                </a:lnTo>
                <a:lnTo>
                  <a:pt x="0" y="6857932"/>
                </a:lnTo>
                <a:lnTo>
                  <a:pt x="31751" y="6729501"/>
                </a:lnTo>
                <a:lnTo>
                  <a:pt x="31751" y="6681788"/>
                </a:lnTo>
                <a:lnTo>
                  <a:pt x="43547" y="6681788"/>
                </a:lnTo>
                <a:lnTo>
                  <a:pt x="1688746" y="27053"/>
                </a:lnTo>
                <a:close/>
              </a:path>
            </a:pathLst>
          </a:custGeom>
        </p:spPr>
        <p:txBody>
          <a:bodyPr wrap="square" anchor="ctr">
            <a:noAutofit/>
          </a:bodyPr>
          <a:lstStyle>
            <a:lvl1pPr marL="0" indent="0" algn="ctr">
              <a:buNone/>
              <a:defRPr/>
            </a:lvl1pPr>
          </a:lstStyle>
          <a:p>
            <a:r>
              <a:rPr lang="en-GB"/>
              <a:t>Click icon to add picture</a:t>
            </a:r>
            <a:endParaRPr lang="en-US" dirty="0"/>
          </a:p>
        </p:txBody>
      </p:sp>
      <p:pic>
        <p:nvPicPr>
          <p:cNvPr id="9" name="Picture 8" descr="A picture containing text, sign&#10;&#10;Description automatically generated">
            <a:extLst>
              <a:ext uri="{FF2B5EF4-FFF2-40B4-BE49-F238E27FC236}">
                <a16:creationId xmlns:a16="http://schemas.microsoft.com/office/drawing/2014/main" id="{44F52F9D-F134-7F86-C0A6-F2DF53EB1FDD}"/>
              </a:ext>
            </a:extLst>
          </p:cNvPr>
          <p:cNvPicPr>
            <a:picLocks noChangeAspect="1"/>
          </p:cNvPicPr>
          <p:nvPr userDrawn="1"/>
        </p:nvPicPr>
        <p:blipFill>
          <a:blip r:embed="rId2"/>
          <a:stretch>
            <a:fillRect/>
          </a:stretch>
        </p:blipFill>
        <p:spPr>
          <a:xfrm>
            <a:off x="9900731" y="5661013"/>
            <a:ext cx="1533832" cy="695337"/>
          </a:xfrm>
          <a:prstGeom prst="rect">
            <a:avLst/>
          </a:prstGeom>
        </p:spPr>
      </p:pic>
    </p:spTree>
    <p:extLst>
      <p:ext uri="{BB962C8B-B14F-4D97-AF65-F5344CB8AC3E}">
        <p14:creationId xmlns:p14="http://schemas.microsoft.com/office/powerpoint/2010/main" val="3010694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92008AA3-BEDF-CE40-9D94-F5875454E799}"/>
              </a:ext>
            </a:extLst>
          </p:cNvPr>
          <p:cNvCxnSpPr>
            <a:cxnSpLocks/>
          </p:cNvCxnSpPr>
          <p:nvPr userDrawn="1"/>
        </p:nvCxnSpPr>
        <p:spPr>
          <a:xfrm>
            <a:off x="7108236" y="0"/>
            <a:ext cx="1533832" cy="6091084"/>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0F72571D-58D5-4367-9E7E-94A5A5D795B8}"/>
              </a:ext>
            </a:extLst>
          </p:cNvPr>
          <p:cNvSpPr/>
          <p:nvPr userDrawn="1"/>
        </p:nvSpPr>
        <p:spPr>
          <a:xfrm>
            <a:off x="693682" y="2286000"/>
            <a:ext cx="11498318" cy="3416300"/>
          </a:xfrm>
          <a:prstGeom prst="rect">
            <a:avLst/>
          </a:prstGeom>
          <a:gradFill flip="none" rotWithShape="1">
            <a:gsLst>
              <a:gs pos="0">
                <a:schemeClr val="accent2"/>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Picture Placeholder 20">
            <a:extLst>
              <a:ext uri="{FF2B5EF4-FFF2-40B4-BE49-F238E27FC236}">
                <a16:creationId xmlns:a16="http://schemas.microsoft.com/office/drawing/2014/main" id="{ACD184E7-842E-4CDA-8022-CFE5CEA0DBE9}"/>
              </a:ext>
            </a:extLst>
          </p:cNvPr>
          <p:cNvSpPr>
            <a:spLocks noGrp="1"/>
          </p:cNvSpPr>
          <p:nvPr>
            <p:ph type="pic" sz="quarter" idx="16"/>
          </p:nvPr>
        </p:nvSpPr>
        <p:spPr>
          <a:xfrm>
            <a:off x="0" y="0"/>
            <a:ext cx="8534400" cy="6858000"/>
          </a:xfrm>
          <a:custGeom>
            <a:avLst/>
            <a:gdLst>
              <a:gd name="connsiteX0" fmla="*/ 0 w 8534400"/>
              <a:gd name="connsiteY0" fmla="*/ 0 h 6858000"/>
              <a:gd name="connsiteX1" fmla="*/ 6827520 w 8534400"/>
              <a:gd name="connsiteY1" fmla="*/ 0 h 6858000"/>
              <a:gd name="connsiteX2" fmla="*/ 7396480 w 8534400"/>
              <a:gd name="connsiteY2" fmla="*/ 2286000 h 6858000"/>
              <a:gd name="connsiteX3" fmla="*/ 693682 w 8534400"/>
              <a:gd name="connsiteY3" fmla="*/ 2286000 h 6858000"/>
              <a:gd name="connsiteX4" fmla="*/ 693682 w 8534400"/>
              <a:gd name="connsiteY4" fmla="*/ 5702300 h 6858000"/>
              <a:gd name="connsiteX5" fmla="*/ 8246759 w 8534400"/>
              <a:gd name="connsiteY5" fmla="*/ 5702300 h 6858000"/>
              <a:gd name="connsiteX6" fmla="*/ 8534400 w 8534400"/>
              <a:gd name="connsiteY6" fmla="*/ 6858000 h 6858000"/>
              <a:gd name="connsiteX7" fmla="*/ 0 w 85344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34400" h="6858000">
                <a:moveTo>
                  <a:pt x="0" y="0"/>
                </a:moveTo>
                <a:lnTo>
                  <a:pt x="6827520" y="0"/>
                </a:lnTo>
                <a:lnTo>
                  <a:pt x="7396480" y="2286000"/>
                </a:lnTo>
                <a:lnTo>
                  <a:pt x="693682" y="2286000"/>
                </a:lnTo>
                <a:lnTo>
                  <a:pt x="693682" y="5702300"/>
                </a:lnTo>
                <a:lnTo>
                  <a:pt x="8246759" y="5702300"/>
                </a:lnTo>
                <a:lnTo>
                  <a:pt x="8534400" y="6858000"/>
                </a:lnTo>
                <a:lnTo>
                  <a:pt x="0" y="6858000"/>
                </a:lnTo>
                <a:close/>
              </a:path>
            </a:pathLst>
          </a:custGeom>
        </p:spPr>
        <p:txBody>
          <a:bodyPr wrap="square">
            <a:noAutofit/>
          </a:bodyPr>
          <a:lstStyle/>
          <a:p>
            <a:r>
              <a:rPr lang="en-GB"/>
              <a:t>Click icon to add picture</a:t>
            </a:r>
            <a:endParaRPr lang="en-US" dirty="0"/>
          </a:p>
        </p:txBody>
      </p:sp>
      <p:sp>
        <p:nvSpPr>
          <p:cNvPr id="5" name="Date Placeholder 4">
            <a:extLst>
              <a:ext uri="{FF2B5EF4-FFF2-40B4-BE49-F238E27FC236}">
                <a16:creationId xmlns:a16="http://schemas.microsoft.com/office/drawing/2014/main" id="{09F4C3CA-7962-4B8E-8004-FBD88F0EFAF2}"/>
              </a:ext>
            </a:extLst>
          </p:cNvPr>
          <p:cNvSpPr>
            <a:spLocks noGrp="1"/>
          </p:cNvSpPr>
          <p:nvPr>
            <p:ph type="dt" sz="half" idx="10"/>
          </p:nvPr>
        </p:nvSpPr>
        <p:spPr/>
        <p:txBody>
          <a:bodyPr/>
          <a:lstStyle>
            <a:lvl1pPr>
              <a:defRPr sz="1000">
                <a:solidFill>
                  <a:schemeClr val="bg1"/>
                </a:solidFill>
              </a:defRPr>
            </a:lvl1pPr>
          </a:lstStyle>
          <a:p>
            <a:fld id="{B1597006-230C-EE41-ACD1-3FF8D7F2D9A3}" type="datetime1">
              <a:rPr lang="en-US" smtClean="0"/>
              <a:pPr/>
              <a:t>5/15/26</a:t>
            </a:fld>
            <a:endParaRPr lang="en-US" dirty="0"/>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lvl1pPr>
              <a:defRPr sz="1000">
                <a:solidFill>
                  <a:schemeClr val="bg1"/>
                </a:solidFill>
              </a:defRPr>
            </a:lvl1pPr>
          </a:lstStyle>
          <a:p>
            <a:r>
              <a:rPr lang="en-US" dirty="0"/>
              <a:t>PRESENTATION TITLE</a:t>
            </a:r>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lvl1pPr>
              <a:defRPr sz="1000"/>
            </a:lvl1pPr>
          </a:lstStyle>
          <a:p>
            <a:fld id="{294A09A9-5501-47C1-A89A-A340965A2BE2}" type="slidenum">
              <a:rPr lang="en-US" smtClean="0"/>
              <a:pPr/>
              <a:t>‹#›</a:t>
            </a:fld>
            <a:endParaRPr lang="en-US" dirty="0"/>
          </a:p>
        </p:txBody>
      </p:sp>
      <p:sp>
        <p:nvSpPr>
          <p:cNvPr id="3" name="Text Placeholder 2">
            <a:extLst>
              <a:ext uri="{FF2B5EF4-FFF2-40B4-BE49-F238E27FC236}">
                <a16:creationId xmlns:a16="http://schemas.microsoft.com/office/drawing/2014/main" id="{6CC650A3-C37B-8949-AAFB-1CA610A432AE}"/>
              </a:ext>
            </a:extLst>
          </p:cNvPr>
          <p:cNvSpPr>
            <a:spLocks noGrp="1"/>
          </p:cNvSpPr>
          <p:nvPr>
            <p:ph type="body" sz="quarter" idx="13"/>
          </p:nvPr>
        </p:nvSpPr>
        <p:spPr>
          <a:xfrm>
            <a:off x="4661069" y="2654299"/>
            <a:ext cx="3165475" cy="2705101"/>
          </a:xfrm>
        </p:spPr>
        <p:txBody>
          <a:bodyPr>
            <a:normAutofit/>
          </a:bodyPr>
          <a:lstStyle>
            <a:lvl1pPr marL="0" indent="0">
              <a:lnSpc>
                <a:spcPct val="100000"/>
              </a:lnSpc>
              <a:spcBef>
                <a:spcPts val="1000"/>
              </a:spcBef>
              <a:buNone/>
              <a:defRPr sz="2000" cap="all" spc="140" baseline="0">
                <a:solidFill>
                  <a:schemeClr val="bg1"/>
                </a:solidFill>
                <a:latin typeface="+mn-lt"/>
              </a:defRPr>
            </a:lvl1pPr>
            <a:lvl2pPr marL="0" indent="0">
              <a:lnSpc>
                <a:spcPct val="90000"/>
              </a:lnSpc>
              <a:spcBef>
                <a:spcPts val="1000"/>
              </a:spcBef>
              <a:buNone/>
              <a:defRPr sz="1800" spc="140" baseline="0">
                <a:solidFill>
                  <a:schemeClr val="bg1"/>
                </a:solidFill>
                <a:latin typeface="+mn-lt"/>
              </a:defRPr>
            </a:lvl2pPr>
            <a:lvl3pPr marL="914400" indent="0">
              <a:lnSpc>
                <a:spcPct val="100000"/>
              </a:lnSpc>
              <a:spcBef>
                <a:spcPts val="1000"/>
              </a:spcBef>
              <a:buNone/>
              <a:defRPr sz="1800" spc="140" baseline="0">
                <a:solidFill>
                  <a:schemeClr val="bg1"/>
                </a:solidFill>
                <a:latin typeface="Tw Cen MT" panose="020B0602020104020603" pitchFamily="34" charset="77"/>
              </a:defRPr>
            </a:lvl3pPr>
            <a:lvl4pPr marL="1371600" indent="0">
              <a:lnSpc>
                <a:spcPct val="100000"/>
              </a:lnSpc>
              <a:spcBef>
                <a:spcPts val="1000"/>
              </a:spcBef>
              <a:buNone/>
              <a:defRPr sz="1800" spc="140" baseline="0">
                <a:solidFill>
                  <a:schemeClr val="bg1"/>
                </a:solidFill>
                <a:latin typeface="Tw Cen MT" panose="020B0602020104020603" pitchFamily="34" charset="77"/>
              </a:defRPr>
            </a:lvl4pPr>
            <a:lvl5pPr marL="1828800" indent="0">
              <a:lnSpc>
                <a:spcPct val="100000"/>
              </a:lnSpc>
              <a:spcBef>
                <a:spcPts val="1000"/>
              </a:spcBef>
              <a:buNone/>
              <a:defRPr sz="1800" spc="140" baseline="0">
                <a:solidFill>
                  <a:schemeClr val="bg1"/>
                </a:solidFill>
                <a:latin typeface="Tw Cen MT" panose="020B0602020104020603" pitchFamily="34" charset="77"/>
              </a:defRPr>
            </a:lvl5pPr>
          </a:lstStyle>
          <a:p>
            <a:pPr lvl="0"/>
            <a:r>
              <a:rPr lang="en-GB"/>
              <a:t>Click to edit Master text styles</a:t>
            </a:r>
          </a:p>
          <a:p>
            <a:pPr lvl="1"/>
            <a:r>
              <a:rPr lang="en-GB"/>
              <a:t>Second level</a:t>
            </a:r>
          </a:p>
        </p:txBody>
      </p:sp>
      <p:sp>
        <p:nvSpPr>
          <p:cNvPr id="14" name="Text Placeholder 2">
            <a:extLst>
              <a:ext uri="{FF2B5EF4-FFF2-40B4-BE49-F238E27FC236}">
                <a16:creationId xmlns:a16="http://schemas.microsoft.com/office/drawing/2014/main" id="{6823CE96-7B45-0E4E-8DD2-AAE6F7DB97C9}"/>
              </a:ext>
            </a:extLst>
          </p:cNvPr>
          <p:cNvSpPr>
            <a:spLocks noGrp="1"/>
          </p:cNvSpPr>
          <p:nvPr>
            <p:ph type="body" sz="quarter" idx="14"/>
          </p:nvPr>
        </p:nvSpPr>
        <p:spPr>
          <a:xfrm>
            <a:off x="8115132" y="2654299"/>
            <a:ext cx="3165475" cy="2705101"/>
          </a:xfrm>
        </p:spPr>
        <p:txBody>
          <a:bodyPr>
            <a:normAutofit/>
          </a:bodyPr>
          <a:lstStyle>
            <a:lvl1pPr marL="0" indent="0">
              <a:lnSpc>
                <a:spcPct val="100000"/>
              </a:lnSpc>
              <a:spcBef>
                <a:spcPts val="1000"/>
              </a:spcBef>
              <a:buNone/>
              <a:defRPr sz="2000" cap="all" spc="140" baseline="0">
                <a:solidFill>
                  <a:schemeClr val="bg1"/>
                </a:solidFill>
                <a:latin typeface="+mn-lt"/>
              </a:defRPr>
            </a:lvl1pPr>
            <a:lvl2pPr marL="0" indent="0">
              <a:lnSpc>
                <a:spcPct val="90000"/>
              </a:lnSpc>
              <a:spcBef>
                <a:spcPts val="1000"/>
              </a:spcBef>
              <a:buNone/>
              <a:defRPr sz="1800" spc="140" baseline="0">
                <a:solidFill>
                  <a:schemeClr val="bg1"/>
                </a:solidFill>
                <a:latin typeface="+mn-lt"/>
              </a:defRPr>
            </a:lvl2pPr>
            <a:lvl3pPr marL="914400" indent="0">
              <a:lnSpc>
                <a:spcPct val="100000"/>
              </a:lnSpc>
              <a:spcBef>
                <a:spcPts val="1000"/>
              </a:spcBef>
              <a:buNone/>
              <a:defRPr sz="1800" spc="140" baseline="0">
                <a:solidFill>
                  <a:schemeClr val="bg1"/>
                </a:solidFill>
                <a:latin typeface="Tw Cen MT" panose="020B0602020104020603" pitchFamily="34" charset="77"/>
              </a:defRPr>
            </a:lvl3pPr>
            <a:lvl4pPr marL="1371600" indent="0">
              <a:lnSpc>
                <a:spcPct val="100000"/>
              </a:lnSpc>
              <a:spcBef>
                <a:spcPts val="1000"/>
              </a:spcBef>
              <a:buNone/>
              <a:defRPr sz="1800" spc="140" baseline="0">
                <a:solidFill>
                  <a:schemeClr val="bg1"/>
                </a:solidFill>
                <a:latin typeface="Tw Cen MT" panose="020B0602020104020603" pitchFamily="34" charset="77"/>
              </a:defRPr>
            </a:lvl4pPr>
            <a:lvl5pPr marL="1828800" indent="0">
              <a:lnSpc>
                <a:spcPct val="100000"/>
              </a:lnSpc>
              <a:spcBef>
                <a:spcPts val="1000"/>
              </a:spcBef>
              <a:buNone/>
              <a:defRPr sz="1800" spc="140" baseline="0">
                <a:solidFill>
                  <a:schemeClr val="bg1"/>
                </a:solidFill>
                <a:latin typeface="Tw Cen MT" panose="020B0602020104020603" pitchFamily="34" charset="77"/>
              </a:defRPr>
            </a:lvl5pPr>
          </a:lstStyle>
          <a:p>
            <a:pPr lvl="0"/>
            <a:r>
              <a:rPr lang="en-GB"/>
              <a:t>Click to edit Master text styles</a:t>
            </a:r>
          </a:p>
          <a:p>
            <a:pPr lvl="1"/>
            <a:r>
              <a:rPr lang="en-GB"/>
              <a:t>Second level</a:t>
            </a:r>
          </a:p>
        </p:txBody>
      </p:sp>
      <p:sp>
        <p:nvSpPr>
          <p:cNvPr id="15" name="Text Placeholder 2">
            <a:extLst>
              <a:ext uri="{FF2B5EF4-FFF2-40B4-BE49-F238E27FC236}">
                <a16:creationId xmlns:a16="http://schemas.microsoft.com/office/drawing/2014/main" id="{7F451F20-9248-594B-8CD5-3442A64513D8}"/>
              </a:ext>
            </a:extLst>
          </p:cNvPr>
          <p:cNvSpPr>
            <a:spLocks noGrp="1"/>
          </p:cNvSpPr>
          <p:nvPr>
            <p:ph type="body" sz="quarter" idx="15"/>
          </p:nvPr>
        </p:nvSpPr>
        <p:spPr>
          <a:xfrm>
            <a:off x="1219032" y="2654299"/>
            <a:ext cx="3165475" cy="2705101"/>
          </a:xfrm>
        </p:spPr>
        <p:txBody>
          <a:bodyPr>
            <a:normAutofit/>
          </a:bodyPr>
          <a:lstStyle>
            <a:lvl1pPr marL="0" indent="0">
              <a:lnSpc>
                <a:spcPct val="100000"/>
              </a:lnSpc>
              <a:spcBef>
                <a:spcPts val="1000"/>
              </a:spcBef>
              <a:buNone/>
              <a:defRPr sz="2000" cap="all" spc="140" baseline="0">
                <a:solidFill>
                  <a:schemeClr val="bg1"/>
                </a:solidFill>
                <a:latin typeface="+mn-lt"/>
              </a:defRPr>
            </a:lvl1pPr>
            <a:lvl2pPr marL="0" indent="0">
              <a:lnSpc>
                <a:spcPct val="90000"/>
              </a:lnSpc>
              <a:spcBef>
                <a:spcPts val="1000"/>
              </a:spcBef>
              <a:buNone/>
              <a:defRPr sz="1800" spc="140" baseline="0">
                <a:solidFill>
                  <a:schemeClr val="bg1"/>
                </a:solidFill>
                <a:latin typeface="+mn-lt"/>
              </a:defRPr>
            </a:lvl2pPr>
            <a:lvl3pPr marL="914400" indent="0">
              <a:lnSpc>
                <a:spcPct val="100000"/>
              </a:lnSpc>
              <a:spcBef>
                <a:spcPts val="1000"/>
              </a:spcBef>
              <a:buNone/>
              <a:defRPr sz="1800" spc="140" baseline="0">
                <a:solidFill>
                  <a:schemeClr val="bg1"/>
                </a:solidFill>
                <a:latin typeface="Tw Cen MT" panose="020B0602020104020603" pitchFamily="34" charset="77"/>
              </a:defRPr>
            </a:lvl3pPr>
            <a:lvl4pPr marL="1371600" indent="0">
              <a:lnSpc>
                <a:spcPct val="100000"/>
              </a:lnSpc>
              <a:spcBef>
                <a:spcPts val="1000"/>
              </a:spcBef>
              <a:buNone/>
              <a:defRPr sz="1800" spc="140" baseline="0">
                <a:solidFill>
                  <a:schemeClr val="bg1"/>
                </a:solidFill>
                <a:latin typeface="Tw Cen MT" panose="020B0602020104020603" pitchFamily="34" charset="77"/>
              </a:defRPr>
            </a:lvl4pPr>
            <a:lvl5pPr marL="1828800" indent="0">
              <a:lnSpc>
                <a:spcPct val="100000"/>
              </a:lnSpc>
              <a:spcBef>
                <a:spcPts val="1000"/>
              </a:spcBef>
              <a:buNone/>
              <a:defRPr sz="1800" spc="140" baseline="0">
                <a:solidFill>
                  <a:schemeClr val="bg1"/>
                </a:solidFill>
                <a:latin typeface="Tw Cen MT" panose="020B0602020104020603" pitchFamily="34" charset="77"/>
              </a:defRPr>
            </a:lvl5pPr>
          </a:lstStyle>
          <a:p>
            <a:pPr lvl="0"/>
            <a:r>
              <a:rPr lang="en-GB"/>
              <a:t>Click to edit Master text styles</a:t>
            </a:r>
          </a:p>
          <a:p>
            <a:pPr lvl="1"/>
            <a:r>
              <a:rPr lang="en-GB"/>
              <a:t>Second level</a:t>
            </a:r>
          </a:p>
        </p:txBody>
      </p:sp>
      <p:sp>
        <p:nvSpPr>
          <p:cNvPr id="20" name="Title 19">
            <a:extLst>
              <a:ext uri="{FF2B5EF4-FFF2-40B4-BE49-F238E27FC236}">
                <a16:creationId xmlns:a16="http://schemas.microsoft.com/office/drawing/2014/main" id="{028065BE-52F2-4F89-82A3-E5DA80527B9C}"/>
              </a:ext>
            </a:extLst>
          </p:cNvPr>
          <p:cNvSpPr>
            <a:spLocks noGrp="1"/>
          </p:cNvSpPr>
          <p:nvPr>
            <p:ph type="ctrTitle"/>
          </p:nvPr>
        </p:nvSpPr>
        <p:spPr>
          <a:xfrm>
            <a:off x="693684" y="879636"/>
            <a:ext cx="6632149" cy="1206888"/>
          </a:xfrm>
          <a:custGeom>
            <a:avLst/>
            <a:gdLst>
              <a:gd name="connsiteX0" fmla="*/ 5986630 w 6294727"/>
              <a:gd name="connsiteY0" fmla="*/ 0 h 1206888"/>
              <a:gd name="connsiteX1" fmla="*/ 6294727 w 6294727"/>
              <a:gd name="connsiteY1" fmla="*/ 1206888 h 1206888"/>
              <a:gd name="connsiteX2" fmla="*/ 0 w 6294727"/>
              <a:gd name="connsiteY2" fmla="*/ 1206888 h 1206888"/>
              <a:gd name="connsiteX3" fmla="*/ 0 w 6294727"/>
              <a:gd name="connsiteY3" fmla="*/ 8709 h 1206888"/>
            </a:gdLst>
            <a:ahLst/>
            <a:cxnLst>
              <a:cxn ang="0">
                <a:pos x="connsiteX0" y="connsiteY0"/>
              </a:cxn>
              <a:cxn ang="0">
                <a:pos x="connsiteX1" y="connsiteY1"/>
              </a:cxn>
              <a:cxn ang="0">
                <a:pos x="connsiteX2" y="connsiteY2"/>
              </a:cxn>
              <a:cxn ang="0">
                <a:pos x="connsiteX3" y="connsiteY3"/>
              </a:cxn>
            </a:cxnLst>
            <a:rect l="l" t="t" r="r" b="b"/>
            <a:pathLst>
              <a:path w="6294727" h="1206888">
                <a:moveTo>
                  <a:pt x="5986630" y="0"/>
                </a:moveTo>
                <a:lnTo>
                  <a:pt x="6294727" y="1206888"/>
                </a:lnTo>
                <a:lnTo>
                  <a:pt x="0" y="1206888"/>
                </a:lnTo>
                <a:lnTo>
                  <a:pt x="0" y="8709"/>
                </a:lnTo>
                <a:close/>
              </a:path>
            </a:pathLst>
          </a:custGeom>
          <a:solidFill>
            <a:schemeClr val="accent2"/>
          </a:solidFill>
        </p:spPr>
        <p:txBody>
          <a:bodyPr wrap="square" anchor="ctr">
            <a:noAutofit/>
          </a:bodyPr>
          <a:lstStyle>
            <a:lvl1pPr marL="85725" indent="0" algn="l">
              <a:defRPr sz="3600" cap="all" spc="300" baseline="0">
                <a:solidFill>
                  <a:schemeClr val="bg1"/>
                </a:solidFill>
                <a:latin typeface="+mn-lt"/>
              </a:defRPr>
            </a:lvl1pPr>
          </a:lstStyle>
          <a:p>
            <a:r>
              <a:rPr lang="en-GB"/>
              <a:t>Click to edit Master title style</a:t>
            </a:r>
            <a:endParaRPr lang="en-US" dirty="0"/>
          </a:p>
        </p:txBody>
      </p:sp>
      <p:pic>
        <p:nvPicPr>
          <p:cNvPr id="12" name="Picture 11" descr="A picture containing text, sign&#10;&#10;Description automatically generated">
            <a:extLst>
              <a:ext uri="{FF2B5EF4-FFF2-40B4-BE49-F238E27FC236}">
                <a16:creationId xmlns:a16="http://schemas.microsoft.com/office/drawing/2014/main" id="{129F543C-D862-B537-2254-5AFD0769570B}"/>
              </a:ext>
            </a:extLst>
          </p:cNvPr>
          <p:cNvPicPr>
            <a:picLocks noChangeAspect="1"/>
          </p:cNvPicPr>
          <p:nvPr userDrawn="1"/>
        </p:nvPicPr>
        <p:blipFill>
          <a:blip r:embed="rId2"/>
          <a:stretch>
            <a:fillRect/>
          </a:stretch>
        </p:blipFill>
        <p:spPr>
          <a:xfrm>
            <a:off x="9831965" y="5820936"/>
            <a:ext cx="1533832" cy="695337"/>
          </a:xfrm>
          <a:prstGeom prst="rect">
            <a:avLst/>
          </a:prstGeom>
        </p:spPr>
      </p:pic>
    </p:spTree>
    <p:extLst>
      <p:ext uri="{BB962C8B-B14F-4D97-AF65-F5344CB8AC3E}">
        <p14:creationId xmlns:p14="http://schemas.microsoft.com/office/powerpoint/2010/main" val="18310270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1730829" cy="365125"/>
          </a:xfrm>
          <a:prstGeom prst="rect">
            <a:avLst/>
          </a:prstGeom>
        </p:spPr>
        <p:txBody>
          <a:bodyPr vert="horz" lIns="91440" tIns="45720" rIns="91440" bIns="45720" rtlCol="0" anchor="ctr"/>
          <a:lstStyle>
            <a:lvl1pPr algn="l">
              <a:defRPr sz="1000">
                <a:solidFill>
                  <a:schemeClr val="tx2">
                    <a:lumMod val="60000"/>
                    <a:lumOff val="40000"/>
                  </a:schemeClr>
                </a:solidFill>
                <a:latin typeface="Tw Cen MT" panose="020B0602020104020603" pitchFamily="34" charset="77"/>
              </a:defRPr>
            </a:lvl1pPr>
          </a:lstStyle>
          <a:p>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spc="50" baseline="0">
                <a:solidFill>
                  <a:schemeClr val="tx2">
                    <a:lumMod val="60000"/>
                    <a:lumOff val="40000"/>
                  </a:schemeClr>
                </a:solidFill>
                <a:latin typeface="Tw Cen MT" panose="020B0602020104020603" pitchFamily="34" charset="77"/>
              </a:defRPr>
            </a:lvl1pPr>
          </a:lstStyle>
          <a:p>
            <a:r>
              <a:rPr lang="en-US" dirty="0"/>
              <a:t>PRESENTATION TITLE</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10271342" y="6356350"/>
            <a:ext cx="1539658" cy="365125"/>
          </a:xfrm>
          <a:prstGeom prst="rect">
            <a:avLst/>
          </a:prstGeom>
        </p:spPr>
        <p:txBody>
          <a:bodyPr vert="horz" lIns="91440" tIns="45720" rIns="91440" bIns="45720" rtlCol="0" anchor="ctr"/>
          <a:lstStyle>
            <a:lvl1pPr algn="r">
              <a:defRPr sz="1000">
                <a:solidFill>
                  <a:schemeClr val="tx2">
                    <a:lumMod val="60000"/>
                    <a:lumOff val="40000"/>
                  </a:schemeClr>
                </a:solidFill>
                <a:latin typeface="Tw Cen MT" panose="020B0602020104020603" pitchFamily="34" charset="77"/>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51" r:id="rId4"/>
    <p:sldLayoutId id="2147483654" r:id="rId5"/>
    <p:sldLayoutId id="2147483660" r:id="rId6"/>
    <p:sldLayoutId id="2147483661" r:id="rId7"/>
    <p:sldLayoutId id="2147483662" r:id="rId8"/>
    <p:sldLayoutId id="2147483663" r:id="rId9"/>
    <p:sldLayoutId id="2147483664" r:id="rId10"/>
    <p:sldLayoutId id="2147483652" r:id="rId11"/>
    <p:sldLayoutId id="2147483665"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github.com/hl7au/au-fhir-erequesting/tree/ft-bundle-support" TargetMode="External"/><Relationship Id="rId3" Type="http://schemas.openxmlformats.org/officeDocument/2006/relationships/hyperlink" Target="https://build.fhir.org/ig/hl7au/au-fhir-erequesting/branches/ft-bundle-support/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693683" y="879635"/>
            <a:ext cx="7659486" cy="1198178"/>
          </a:xfrm>
        </p:spPr>
        <p:txBody>
          <a:bodyPr/>
          <a:lstStyle/>
          <a:p>
            <a:r>
              <a:rPr lang="en-AU" sz="2800" dirty="0">
                <a:solidFill>
                  <a:srgbClr val="FFFFFF"/>
                </a:solidFill>
              </a:rPr>
              <a:t>A Transaction Bundle for AU eRequesting Diagnostic Requests</a:t>
            </a:r>
            <a:endParaRPr lang="en-AU" dirty="0">
              <a:solidFill>
                <a:srgbClr val="FFFFFF"/>
              </a:solidFill>
            </a:endParaRPr>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a:xfrm>
            <a:off x="916016" y="2551819"/>
            <a:ext cx="2952599" cy="1781642"/>
          </a:xfrm>
        </p:spPr>
        <p:txBody>
          <a:bodyPr/>
          <a:lstStyle/>
          <a:p>
            <a:r>
              <a:rPr lang="en-US" dirty="0">
                <a:latin typeface="Open Sauce One" panose="00000500000000000000" pitchFamily="2" charset="0"/>
              </a:rPr>
              <a:t>A proposal for group discussion</a:t>
            </a:r>
          </a:p>
          <a:p>
            <a:endParaRPr lang="en-US" dirty="0">
              <a:latin typeface="Open Sauce One" panose="00000500000000000000" pitchFamily="2" charset="0"/>
            </a:endParaRPr>
          </a:p>
          <a:p>
            <a:endParaRPr lang="en-US" dirty="0">
              <a:latin typeface="Open Sauce One" panose="00000500000000000000" pitchFamily="2" charset="0"/>
            </a:endParaRP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C381C88-78D4-394A-BE06-42548E6B0C5B}"/>
              </a:ext>
            </a:extLst>
          </p:cNvPr>
          <p:cNvSpPr>
            <a:spLocks noGrp="1"/>
          </p:cNvSpPr>
          <p:nvPr>
            <p:ph sz="quarter" idx="13"/>
          </p:nvPr>
        </p:nvSpPr>
        <p:spPr>
          <a:xfrm>
            <a:off x="693738" y="1451113"/>
            <a:ext cx="10745787" cy="4527412"/>
          </a:xfrm>
        </p:spPr>
        <p:txBody>
          <a:bodyPr>
            <a:normAutofit fontScale="70000" lnSpcReduction="20000"/>
          </a:bodyPr>
          <a:lstStyle/>
          <a:p>
            <a:r>
              <a:rPr lang="en-US" b="1" dirty="0"/>
              <a:t>The IG defines the parts. It does not define how they fit together.</a:t>
            </a:r>
          </a:p>
          <a:p>
            <a:pPr lvl="1">
              <a:lnSpc>
                <a:spcPct val="120000"/>
              </a:lnSpc>
            </a:pPr>
            <a:r>
              <a:rPr lang="en-US" dirty="0"/>
              <a:t>Profiles cover ServiceRequest (path/</a:t>
            </a:r>
            <a:r>
              <a:rPr lang="en-US" dirty="0" err="1"/>
              <a:t>imag</a:t>
            </a:r>
            <a:r>
              <a:rPr lang="en-US" dirty="0"/>
              <a:t>), Task Group, Task Diagnostic Request, Patient, Practitioner, </a:t>
            </a:r>
            <a:r>
              <a:rPr lang="en-US" dirty="0" err="1"/>
              <a:t>PractitionerRole</a:t>
            </a:r>
            <a:r>
              <a:rPr lang="en-US" dirty="0"/>
              <a:t>, Organization, Encounter, Coverage, </a:t>
            </a:r>
            <a:r>
              <a:rPr lang="en-US" dirty="0" err="1"/>
              <a:t>DocumentReference</a:t>
            </a:r>
            <a:r>
              <a:rPr lang="en-US" dirty="0"/>
              <a:t>, </a:t>
            </a:r>
            <a:r>
              <a:rPr lang="en-US" dirty="0" err="1"/>
              <a:t>CommunicationRequest</a:t>
            </a:r>
            <a:r>
              <a:rPr lang="en-US" dirty="0"/>
              <a:t> variants, and supporting Observations.</a:t>
            </a:r>
          </a:p>
          <a:p>
            <a:pPr lvl="1">
              <a:lnSpc>
                <a:spcPct val="120000"/>
              </a:lnSpc>
            </a:pPr>
            <a:r>
              <a:rPr lang="en-US" dirty="0"/>
              <a:t>There is no normative definition of how a placer assembles a new diagnostic request and submits it to a server in one operation.</a:t>
            </a:r>
          </a:p>
          <a:p>
            <a:r>
              <a:rPr lang="en-US" b="1" dirty="0"/>
              <a:t>The result for newcomers</a:t>
            </a:r>
          </a:p>
          <a:p>
            <a:pPr lvl="1">
              <a:lnSpc>
                <a:spcPct val="120000"/>
              </a:lnSpc>
            </a:pPr>
            <a:r>
              <a:rPr lang="en-US" dirty="0"/>
              <a:t>Implementers must infer the assembly pattern from individual examples.</a:t>
            </a:r>
          </a:p>
          <a:p>
            <a:pPr lvl="1">
              <a:lnSpc>
                <a:spcPct val="120000"/>
              </a:lnSpc>
            </a:pPr>
            <a:r>
              <a:rPr lang="en-US" dirty="0"/>
              <a:t>Inconsistent integration choices across vendors are likely.</a:t>
            </a:r>
          </a:p>
          <a:p>
            <a:pPr lvl="1">
              <a:lnSpc>
                <a:spcPct val="120000"/>
              </a:lnSpc>
            </a:pPr>
            <a:r>
              <a:rPr lang="en-US" dirty="0"/>
              <a:t>Validation cannot catch missing or mis-wired components today.</a:t>
            </a:r>
          </a:p>
          <a:p>
            <a:r>
              <a:rPr lang="en-US" b="1" dirty="0"/>
              <a:t>What this proposal adds</a:t>
            </a:r>
          </a:p>
          <a:p>
            <a:pPr lvl="1">
              <a:lnSpc>
                <a:spcPct val="120000"/>
              </a:lnSpc>
            </a:pPr>
            <a:r>
              <a:rPr lang="en-US" dirty="0"/>
              <a:t>A Bundle profile family that defines the assembly contract.</a:t>
            </a:r>
          </a:p>
          <a:p>
            <a:pPr lvl="1">
              <a:lnSpc>
                <a:spcPct val="120000"/>
              </a:lnSpc>
            </a:pPr>
            <a:r>
              <a:rPr lang="en-US" dirty="0"/>
              <a:t>Two worked examples (one pathology, one imaging) drawn from existing IG examples.</a:t>
            </a:r>
          </a:p>
          <a:p>
            <a:pPr lvl="1">
              <a:lnSpc>
                <a:spcPct val="120000"/>
              </a:lnSpc>
            </a:pPr>
            <a:r>
              <a:rPr lang="en-US" dirty="0"/>
              <a:t>A short narrative section in the workflow guidance page.</a:t>
            </a:r>
          </a:p>
          <a:p>
            <a:endParaRPr lang="en-US" dirty="0"/>
          </a:p>
          <a:p>
            <a:endParaRPr lang="en-US" dirty="0"/>
          </a:p>
        </p:txBody>
      </p:sp>
      <p:sp>
        <p:nvSpPr>
          <p:cNvPr id="4" name="Slide Number Placeholder 3">
            <a:extLst>
              <a:ext uri="{FF2B5EF4-FFF2-40B4-BE49-F238E27FC236}">
                <a16:creationId xmlns:a16="http://schemas.microsoft.com/office/drawing/2014/main" id="{ACB354C1-3D6C-561E-0D73-9B577420D926}"/>
              </a:ext>
            </a:extLst>
          </p:cNvPr>
          <p:cNvSpPr>
            <a:spLocks noGrp="1"/>
          </p:cNvSpPr>
          <p:nvPr>
            <p:ph type="sldNum" sz="quarter" idx="12"/>
          </p:nvPr>
        </p:nvSpPr>
        <p:spPr/>
        <p:txBody>
          <a:bodyPr/>
          <a:lstStyle/>
          <a:p>
            <a:fld id="{294A09A9-5501-47C1-A89A-A340965A2BE2}" type="slidenum">
              <a:rPr lang="en-US" smtClean="0"/>
              <a:pPr/>
              <a:t>2</a:t>
            </a:fld>
            <a:endParaRPr lang="en-US" dirty="0"/>
          </a:p>
        </p:txBody>
      </p:sp>
      <p:sp>
        <p:nvSpPr>
          <p:cNvPr id="5" name="Title 4">
            <a:extLst>
              <a:ext uri="{FF2B5EF4-FFF2-40B4-BE49-F238E27FC236}">
                <a16:creationId xmlns:a16="http://schemas.microsoft.com/office/drawing/2014/main" id="{DE133EAC-0B18-352B-2B34-D854E3CF7230}"/>
              </a:ext>
            </a:extLst>
          </p:cNvPr>
          <p:cNvSpPr>
            <a:spLocks noGrp="1"/>
          </p:cNvSpPr>
          <p:nvPr>
            <p:ph type="ctrTitle"/>
          </p:nvPr>
        </p:nvSpPr>
        <p:spPr>
          <a:xfrm>
            <a:off x="693738" y="136525"/>
            <a:ext cx="7323266" cy="1198179"/>
          </a:xfrm>
        </p:spPr>
        <p:txBody>
          <a:bodyPr/>
          <a:lstStyle/>
          <a:p>
            <a:r>
              <a:rPr lang="en-US" dirty="0"/>
              <a:t>Why we are here</a:t>
            </a:r>
          </a:p>
        </p:txBody>
      </p:sp>
    </p:spTree>
    <p:extLst>
      <p:ext uri="{BB962C8B-B14F-4D97-AF65-F5344CB8AC3E}">
        <p14:creationId xmlns:p14="http://schemas.microsoft.com/office/powerpoint/2010/main" val="2902261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D54CC80-DA07-74FC-A93B-DF5C011A9507}"/>
              </a:ext>
            </a:extLst>
          </p:cNvPr>
          <p:cNvSpPr>
            <a:spLocks noGrp="1"/>
          </p:cNvSpPr>
          <p:nvPr>
            <p:ph type="sldNum" sz="quarter" idx="12"/>
          </p:nvPr>
        </p:nvSpPr>
        <p:spPr/>
        <p:txBody>
          <a:bodyPr/>
          <a:lstStyle/>
          <a:p>
            <a:fld id="{294A09A9-5501-47C1-A89A-A340965A2BE2}" type="slidenum">
              <a:rPr lang="en-US" smtClean="0"/>
              <a:pPr/>
              <a:t>3</a:t>
            </a:fld>
            <a:endParaRPr lang="en-US" dirty="0"/>
          </a:p>
        </p:txBody>
      </p:sp>
      <p:sp>
        <p:nvSpPr>
          <p:cNvPr id="5" name="Title 4">
            <a:extLst>
              <a:ext uri="{FF2B5EF4-FFF2-40B4-BE49-F238E27FC236}">
                <a16:creationId xmlns:a16="http://schemas.microsoft.com/office/drawing/2014/main" id="{CCD3BDE7-2A1E-E1C5-4DF4-70308CB538A5}"/>
              </a:ext>
            </a:extLst>
          </p:cNvPr>
          <p:cNvSpPr>
            <a:spLocks noGrp="1"/>
          </p:cNvSpPr>
          <p:nvPr>
            <p:ph type="title"/>
          </p:nvPr>
        </p:nvSpPr>
        <p:spPr>
          <a:xfrm>
            <a:off x="916016" y="136525"/>
            <a:ext cx="8447439" cy="1074828"/>
          </a:xfrm>
        </p:spPr>
        <p:txBody>
          <a:bodyPr>
            <a:normAutofit/>
          </a:bodyPr>
          <a:lstStyle/>
          <a:p>
            <a:r>
              <a:rPr lang="en-US" dirty="0"/>
              <a:t>Profile family at a glance</a:t>
            </a:r>
          </a:p>
        </p:txBody>
      </p:sp>
      <p:sp>
        <p:nvSpPr>
          <p:cNvPr id="6" name="Rounded Rectangle 5">
            <a:extLst>
              <a:ext uri="{FF2B5EF4-FFF2-40B4-BE49-F238E27FC236}">
                <a16:creationId xmlns:a16="http://schemas.microsoft.com/office/drawing/2014/main" id="{2EF0B57C-1020-6F5A-F5FD-8477D605A8E8}"/>
              </a:ext>
            </a:extLst>
          </p:cNvPr>
          <p:cNvSpPr/>
          <p:nvPr/>
        </p:nvSpPr>
        <p:spPr>
          <a:xfrm>
            <a:off x="3888828" y="1280160"/>
            <a:ext cx="4157892" cy="1005840"/>
          </a:xfrm>
          <a:prstGeom prst="roundRect">
            <a:avLst/>
          </a:prstGeom>
          <a:ln/>
        </p:spPr>
        <p:style>
          <a:lnRef idx="2">
            <a:schemeClr val="accent2">
              <a:shade val="15000"/>
            </a:schemeClr>
          </a:lnRef>
          <a:fillRef idx="1">
            <a:schemeClr val="accent2"/>
          </a:fillRef>
          <a:effectRef idx="0">
            <a:schemeClr val="accent2"/>
          </a:effectRef>
          <a:fontRef idx="minor">
            <a:schemeClr val="lt1"/>
          </a:fontRef>
        </p:style>
        <p:txBody>
          <a:bodyPr wrap="square" rtlCol="0" anchor="ctr"/>
          <a:lstStyle/>
          <a:p>
            <a:pPr algn="ctr"/>
            <a:r>
              <a:rPr sz="1800" b="1" i="1">
                <a:solidFill>
                  <a:srgbClr val="FFFFFF"/>
                </a:solidFill>
              </a:rPr>
              <a:t>AUeRequestingDiagnosticRequestBundle</a:t>
            </a:r>
          </a:p>
          <a:p>
            <a:pPr algn="ctr"/>
            <a:r>
              <a:rPr sz="1800" b="1" i="1">
                <a:solidFill>
                  <a:srgbClr val="FFFFFF"/>
                </a:solidFill>
              </a:rPr>
              <a:t>(abstract)</a:t>
            </a:r>
          </a:p>
        </p:txBody>
      </p:sp>
      <p:sp>
        <p:nvSpPr>
          <p:cNvPr id="7" name="Rounded Rectangle 6">
            <a:extLst>
              <a:ext uri="{FF2B5EF4-FFF2-40B4-BE49-F238E27FC236}">
                <a16:creationId xmlns:a16="http://schemas.microsoft.com/office/drawing/2014/main" id="{FAFDAF28-3F39-EC61-E036-52A54FEBD35E}"/>
              </a:ext>
            </a:extLst>
          </p:cNvPr>
          <p:cNvSpPr/>
          <p:nvPr/>
        </p:nvSpPr>
        <p:spPr>
          <a:xfrm>
            <a:off x="1145628" y="3291840"/>
            <a:ext cx="4157892" cy="1005840"/>
          </a:xfrm>
          <a:prstGeom prst="round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nchor="ctr"/>
          <a:lstStyle/>
          <a:p>
            <a:pPr algn="ctr"/>
            <a:r>
              <a:rPr sz="1800" b="1" i="0" dirty="0" err="1">
                <a:solidFill>
                  <a:srgbClr val="FFFFFF"/>
                </a:solidFill>
              </a:rPr>
              <a:t>AUeRequestingPathologyRequestBundle</a:t>
            </a:r>
            <a:endParaRPr sz="1800" b="1" i="0" dirty="0">
              <a:solidFill>
                <a:srgbClr val="FFFFFF"/>
              </a:solidFill>
            </a:endParaRPr>
          </a:p>
        </p:txBody>
      </p:sp>
      <p:sp>
        <p:nvSpPr>
          <p:cNvPr id="8" name="Rounded Rectangle 7">
            <a:extLst>
              <a:ext uri="{FF2B5EF4-FFF2-40B4-BE49-F238E27FC236}">
                <a16:creationId xmlns:a16="http://schemas.microsoft.com/office/drawing/2014/main" id="{40DC47BE-AC03-0CFD-1BCE-7FDB02045AE3}"/>
              </a:ext>
            </a:extLst>
          </p:cNvPr>
          <p:cNvSpPr/>
          <p:nvPr/>
        </p:nvSpPr>
        <p:spPr>
          <a:xfrm>
            <a:off x="6632028" y="3291840"/>
            <a:ext cx="4157892" cy="1005840"/>
          </a:xfrm>
          <a:prstGeom prst="round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nchor="ctr"/>
          <a:lstStyle/>
          <a:p>
            <a:pPr algn="ctr"/>
            <a:r>
              <a:rPr sz="1800" b="1" i="0">
                <a:solidFill>
                  <a:srgbClr val="FFFFFF"/>
                </a:solidFill>
              </a:rPr>
              <a:t>AUeRequestingImagingRequestBundle</a:t>
            </a:r>
          </a:p>
        </p:txBody>
      </p:sp>
      <p:cxnSp>
        <p:nvCxnSpPr>
          <p:cNvPr id="9" name="Connector 5">
            <a:extLst>
              <a:ext uri="{FF2B5EF4-FFF2-40B4-BE49-F238E27FC236}">
                <a16:creationId xmlns:a16="http://schemas.microsoft.com/office/drawing/2014/main" id="{55DA45A5-E0AB-FC66-9BC2-7D1CB95CE5EB}"/>
              </a:ext>
            </a:extLst>
          </p:cNvPr>
          <p:cNvCxnSpPr/>
          <p:nvPr/>
        </p:nvCxnSpPr>
        <p:spPr>
          <a:xfrm flipH="1">
            <a:off x="3337560" y="2286000"/>
            <a:ext cx="2743200" cy="100584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0" name="Connector 6">
            <a:extLst>
              <a:ext uri="{FF2B5EF4-FFF2-40B4-BE49-F238E27FC236}">
                <a16:creationId xmlns:a16="http://schemas.microsoft.com/office/drawing/2014/main" id="{1CB8FE80-EB3D-2F6C-77CD-0A879350566D}"/>
              </a:ext>
            </a:extLst>
          </p:cNvPr>
          <p:cNvCxnSpPr/>
          <p:nvPr/>
        </p:nvCxnSpPr>
        <p:spPr>
          <a:xfrm>
            <a:off x="6080760" y="2286000"/>
            <a:ext cx="2743200" cy="100584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D866E93-43C4-42B2-C409-0DB632D4AB8D}"/>
              </a:ext>
            </a:extLst>
          </p:cNvPr>
          <p:cNvSpPr txBox="1"/>
          <p:nvPr/>
        </p:nvSpPr>
        <p:spPr>
          <a:xfrm>
            <a:off x="8138160" y="1325880"/>
            <a:ext cx="3657600" cy="914400"/>
          </a:xfrm>
          <a:prstGeom prst="rect">
            <a:avLst/>
          </a:prstGeom>
          <a:noFill/>
        </p:spPr>
        <p:txBody>
          <a:bodyPr wrap="square">
            <a:spAutoFit/>
          </a:bodyPr>
          <a:lstStyle/>
          <a:p>
            <a:pPr algn="l"/>
            <a:r>
              <a:rPr sz="1300" b="0">
                <a:solidFill>
                  <a:srgbClr val="555555"/>
                </a:solidFill>
              </a:rPr>
              <a:t>Common shape</a:t>
            </a:r>
          </a:p>
          <a:p>
            <a:pPr algn="l"/>
            <a:r>
              <a:rPr sz="1300" b="0">
                <a:solidFill>
                  <a:srgbClr val="555555"/>
                </a:solidFill>
              </a:rPr>
              <a:t>(slicing, invariants, obligations)</a:t>
            </a:r>
          </a:p>
        </p:txBody>
      </p:sp>
      <p:sp>
        <p:nvSpPr>
          <p:cNvPr id="12" name="TextBox 11">
            <a:extLst>
              <a:ext uri="{FF2B5EF4-FFF2-40B4-BE49-F238E27FC236}">
                <a16:creationId xmlns:a16="http://schemas.microsoft.com/office/drawing/2014/main" id="{76F1BC90-EF84-E57D-9C7A-EC71839DA3E2}"/>
              </a:ext>
            </a:extLst>
          </p:cNvPr>
          <p:cNvSpPr txBox="1"/>
          <p:nvPr/>
        </p:nvSpPr>
        <p:spPr>
          <a:xfrm>
            <a:off x="640080" y="4572000"/>
            <a:ext cx="10972800" cy="1667123"/>
          </a:xfrm>
          <a:prstGeom prst="rect">
            <a:avLst/>
          </a:prstGeom>
          <a:noFill/>
        </p:spPr>
        <p:txBody>
          <a:bodyPr wrap="square">
            <a:spAutoFit/>
          </a:bodyPr>
          <a:lstStyle/>
          <a:p>
            <a:pPr>
              <a:spcAft>
                <a:spcPts val="200"/>
              </a:spcAft>
            </a:pPr>
            <a:r>
              <a:rPr sz="1700" b="1" dirty="0">
                <a:solidFill>
                  <a:srgbClr val="1F3A5F"/>
                </a:solidFill>
              </a:rPr>
              <a:t>■  Abstract parent</a:t>
            </a:r>
          </a:p>
          <a:p>
            <a:pPr lvl="1">
              <a:spcAft>
                <a:spcPts val="200"/>
              </a:spcAft>
            </a:pPr>
            <a:r>
              <a:rPr sz="1500" dirty="0">
                <a:solidFill>
                  <a:srgbClr val="555555"/>
                </a:solidFill>
              </a:rPr>
              <a:t>•  Defines slicing, transaction semantics, invariants, and actor obligations.</a:t>
            </a:r>
          </a:p>
          <a:p>
            <a:pPr lvl="1">
              <a:spcAft>
                <a:spcPts val="200"/>
              </a:spcAft>
            </a:pPr>
            <a:r>
              <a:rPr sz="1500" dirty="0">
                <a:solidFill>
                  <a:srgbClr val="555555"/>
                </a:solidFill>
              </a:rPr>
              <a:t>•  Cannot be instantiated directly.</a:t>
            </a:r>
          </a:p>
          <a:p>
            <a:pPr>
              <a:spcAft>
                <a:spcPts val="200"/>
              </a:spcAft>
            </a:pPr>
            <a:r>
              <a:rPr sz="1700" b="1" dirty="0">
                <a:solidFill>
                  <a:srgbClr val="1F3A5F"/>
                </a:solidFill>
              </a:rPr>
              <a:t>■  Concrete children</a:t>
            </a:r>
          </a:p>
          <a:p>
            <a:pPr lvl="1">
              <a:spcAft>
                <a:spcPts val="200"/>
              </a:spcAft>
            </a:pPr>
            <a:r>
              <a:rPr sz="1500" dirty="0">
                <a:solidFill>
                  <a:srgbClr val="555555"/>
                </a:solidFill>
              </a:rPr>
              <a:t>•  Pathology bundle pins ServiceRequest entries to </a:t>
            </a:r>
            <a:r>
              <a:rPr sz="1500" dirty="0" err="1">
                <a:solidFill>
                  <a:srgbClr val="555555"/>
                </a:solidFill>
              </a:rPr>
              <a:t>AUeRequestingPathologyRequest</a:t>
            </a:r>
            <a:r>
              <a:rPr sz="1500" dirty="0">
                <a:solidFill>
                  <a:srgbClr val="555555"/>
                </a:solidFill>
              </a:rPr>
              <a:t>.</a:t>
            </a:r>
          </a:p>
          <a:p>
            <a:pPr lvl="1">
              <a:spcAft>
                <a:spcPts val="200"/>
              </a:spcAft>
            </a:pPr>
            <a:r>
              <a:rPr sz="1500" dirty="0">
                <a:solidFill>
                  <a:srgbClr val="555555"/>
                </a:solidFill>
              </a:rPr>
              <a:t>•  Imaging bundle pins ServiceRequest entries to </a:t>
            </a:r>
            <a:r>
              <a:rPr sz="1500" dirty="0" err="1">
                <a:solidFill>
                  <a:srgbClr val="555555"/>
                </a:solidFill>
              </a:rPr>
              <a:t>AUeRequestingImagingRequest</a:t>
            </a:r>
            <a:r>
              <a:rPr sz="1500" dirty="0">
                <a:solidFill>
                  <a:srgbClr val="555555"/>
                </a:solidFill>
              </a:rPr>
              <a:t>.</a:t>
            </a:r>
          </a:p>
        </p:txBody>
      </p:sp>
    </p:spTree>
    <p:extLst>
      <p:ext uri="{BB962C8B-B14F-4D97-AF65-F5344CB8AC3E}">
        <p14:creationId xmlns:p14="http://schemas.microsoft.com/office/powerpoint/2010/main" val="653927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625C0-0F6F-A016-2D28-042DEB63965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1C2BD1-6F41-9994-8881-0DF9BCFADBCB}"/>
              </a:ext>
            </a:extLst>
          </p:cNvPr>
          <p:cNvSpPr>
            <a:spLocks noGrp="1"/>
          </p:cNvSpPr>
          <p:nvPr>
            <p:ph type="sldNum" sz="quarter" idx="12"/>
          </p:nvPr>
        </p:nvSpPr>
        <p:spPr/>
        <p:txBody>
          <a:bodyPr/>
          <a:lstStyle/>
          <a:p>
            <a:fld id="{294A09A9-5501-47C1-A89A-A340965A2BE2}" type="slidenum">
              <a:rPr lang="en-US" smtClean="0"/>
              <a:pPr/>
              <a:t>4</a:t>
            </a:fld>
            <a:endParaRPr lang="en-US" dirty="0"/>
          </a:p>
        </p:txBody>
      </p:sp>
      <p:sp>
        <p:nvSpPr>
          <p:cNvPr id="5" name="Title 4">
            <a:extLst>
              <a:ext uri="{FF2B5EF4-FFF2-40B4-BE49-F238E27FC236}">
                <a16:creationId xmlns:a16="http://schemas.microsoft.com/office/drawing/2014/main" id="{4F48988A-EA5A-BBF0-2674-3449A9ACABEE}"/>
              </a:ext>
            </a:extLst>
          </p:cNvPr>
          <p:cNvSpPr>
            <a:spLocks noGrp="1"/>
          </p:cNvSpPr>
          <p:nvPr>
            <p:ph type="title"/>
          </p:nvPr>
        </p:nvSpPr>
        <p:spPr>
          <a:xfrm>
            <a:off x="916016" y="136525"/>
            <a:ext cx="8447439" cy="1074828"/>
          </a:xfrm>
        </p:spPr>
        <p:txBody>
          <a:bodyPr>
            <a:normAutofit/>
          </a:bodyPr>
          <a:lstStyle/>
          <a:p>
            <a:r>
              <a:rPr lang="en-US" dirty="0"/>
              <a:t>What goes in the bundle</a:t>
            </a:r>
          </a:p>
        </p:txBody>
      </p:sp>
      <p:sp>
        <p:nvSpPr>
          <p:cNvPr id="6" name="Rectangle 5">
            <a:extLst>
              <a:ext uri="{FF2B5EF4-FFF2-40B4-BE49-F238E27FC236}">
                <a16:creationId xmlns:a16="http://schemas.microsoft.com/office/drawing/2014/main" id="{C11D33D6-6629-0277-EB9C-F3093087C0BD}"/>
              </a:ext>
            </a:extLst>
          </p:cNvPr>
          <p:cNvSpPr/>
          <p:nvPr/>
        </p:nvSpPr>
        <p:spPr>
          <a:xfrm>
            <a:off x="457200" y="1097280"/>
            <a:ext cx="5486400" cy="457200"/>
          </a:xfrm>
          <a:prstGeom prst="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sz="1800" b="1">
                <a:solidFill>
                  <a:srgbClr val="FFFFFF"/>
                </a:solidFill>
              </a:rPr>
              <a:t>Mandatory</a:t>
            </a:r>
          </a:p>
        </p:txBody>
      </p:sp>
      <p:sp>
        <p:nvSpPr>
          <p:cNvPr id="7" name="Rectangle 6">
            <a:extLst>
              <a:ext uri="{FF2B5EF4-FFF2-40B4-BE49-F238E27FC236}">
                <a16:creationId xmlns:a16="http://schemas.microsoft.com/office/drawing/2014/main" id="{BF70EFE0-5710-AE22-E8FD-E373F10CDB58}"/>
              </a:ext>
            </a:extLst>
          </p:cNvPr>
          <p:cNvSpPr/>
          <p:nvPr/>
        </p:nvSpPr>
        <p:spPr>
          <a:xfrm>
            <a:off x="6245352" y="1097280"/>
            <a:ext cx="5486400" cy="457200"/>
          </a:xfrm>
          <a:prstGeom prst="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sz="1800" b="1">
                <a:solidFill>
                  <a:srgbClr val="FFFFFF"/>
                </a:solidFill>
              </a:rPr>
              <a:t>Optional</a:t>
            </a:r>
          </a:p>
        </p:txBody>
      </p:sp>
      <p:sp>
        <p:nvSpPr>
          <p:cNvPr id="8" name="TextBox 7">
            <a:extLst>
              <a:ext uri="{FF2B5EF4-FFF2-40B4-BE49-F238E27FC236}">
                <a16:creationId xmlns:a16="http://schemas.microsoft.com/office/drawing/2014/main" id="{D5C5ED0E-441A-6A1A-8657-19060B932D4E}"/>
              </a:ext>
            </a:extLst>
          </p:cNvPr>
          <p:cNvSpPr txBox="1"/>
          <p:nvPr/>
        </p:nvSpPr>
        <p:spPr>
          <a:xfrm>
            <a:off x="548640" y="1691640"/>
            <a:ext cx="5394960" cy="2169825"/>
          </a:xfrm>
          <a:prstGeom prst="rect">
            <a:avLst/>
          </a:prstGeom>
          <a:noFill/>
        </p:spPr>
        <p:txBody>
          <a:bodyPr wrap="square">
            <a:spAutoFit/>
          </a:bodyPr>
          <a:lstStyle/>
          <a:p>
            <a:pPr algn="l">
              <a:spcAft>
                <a:spcPts val="600"/>
              </a:spcAft>
            </a:pPr>
            <a:r>
              <a:rPr sz="1500" b="0" dirty="0">
                <a:solidFill>
                  <a:srgbClr val="555555"/>
                </a:solidFill>
              </a:rPr>
              <a:t>Patient — 1..1</a:t>
            </a:r>
          </a:p>
          <a:p>
            <a:pPr algn="l">
              <a:spcAft>
                <a:spcPts val="600"/>
              </a:spcAft>
            </a:pPr>
            <a:r>
              <a:rPr sz="1500" b="0" dirty="0">
                <a:solidFill>
                  <a:srgbClr val="555555"/>
                </a:solidFill>
              </a:rPr>
              <a:t>Practitioner — 1..1</a:t>
            </a:r>
          </a:p>
          <a:p>
            <a:pPr algn="l">
              <a:spcAft>
                <a:spcPts val="600"/>
              </a:spcAft>
            </a:pPr>
            <a:r>
              <a:rPr sz="1500" b="0" dirty="0" err="1">
                <a:solidFill>
                  <a:srgbClr val="555555"/>
                </a:solidFill>
              </a:rPr>
              <a:t>PractitionerRole</a:t>
            </a:r>
            <a:r>
              <a:rPr sz="1500" b="0" dirty="0">
                <a:solidFill>
                  <a:srgbClr val="555555"/>
                </a:solidFill>
              </a:rPr>
              <a:t> — 1..1</a:t>
            </a:r>
          </a:p>
          <a:p>
            <a:pPr algn="l">
              <a:spcAft>
                <a:spcPts val="600"/>
              </a:spcAft>
            </a:pPr>
            <a:r>
              <a:rPr sz="1500" b="0" dirty="0">
                <a:solidFill>
                  <a:srgbClr val="555555"/>
                </a:solidFill>
              </a:rPr>
              <a:t>Organization — 1..2 (placer mandatory; filler optional)</a:t>
            </a:r>
          </a:p>
          <a:p>
            <a:pPr algn="l">
              <a:spcAft>
                <a:spcPts val="600"/>
              </a:spcAft>
            </a:pPr>
            <a:r>
              <a:rPr sz="1500" b="0" dirty="0">
                <a:solidFill>
                  <a:srgbClr val="555555"/>
                </a:solidFill>
              </a:rPr>
              <a:t>ServiceRequest — 1..* (path or </a:t>
            </a:r>
            <a:r>
              <a:rPr sz="1500" b="0" dirty="0" err="1">
                <a:solidFill>
                  <a:srgbClr val="555555"/>
                </a:solidFill>
              </a:rPr>
              <a:t>imag</a:t>
            </a:r>
            <a:r>
              <a:rPr sz="1500" b="0" dirty="0">
                <a:solidFill>
                  <a:srgbClr val="555555"/>
                </a:solidFill>
              </a:rPr>
              <a:t>, per child profile)</a:t>
            </a:r>
          </a:p>
          <a:p>
            <a:pPr algn="l">
              <a:spcAft>
                <a:spcPts val="600"/>
              </a:spcAft>
            </a:pPr>
            <a:r>
              <a:rPr sz="1500" b="0" dirty="0">
                <a:solidFill>
                  <a:srgbClr val="555555"/>
                </a:solidFill>
              </a:rPr>
              <a:t>Task Group — 1..1</a:t>
            </a:r>
          </a:p>
          <a:p>
            <a:pPr algn="l">
              <a:spcAft>
                <a:spcPts val="600"/>
              </a:spcAft>
            </a:pPr>
            <a:r>
              <a:rPr sz="1500" b="0" dirty="0">
                <a:solidFill>
                  <a:srgbClr val="555555"/>
                </a:solidFill>
              </a:rPr>
              <a:t>Task Diagnostic Request — 1..* (one per ServiceRequest)</a:t>
            </a:r>
          </a:p>
        </p:txBody>
      </p:sp>
      <p:sp>
        <p:nvSpPr>
          <p:cNvPr id="9" name="TextBox 8">
            <a:extLst>
              <a:ext uri="{FF2B5EF4-FFF2-40B4-BE49-F238E27FC236}">
                <a16:creationId xmlns:a16="http://schemas.microsoft.com/office/drawing/2014/main" id="{A8B4D509-2BB0-94D3-F16C-07E01CF79168}"/>
              </a:ext>
            </a:extLst>
          </p:cNvPr>
          <p:cNvSpPr txBox="1"/>
          <p:nvPr/>
        </p:nvSpPr>
        <p:spPr>
          <a:xfrm>
            <a:off x="6336792" y="1691640"/>
            <a:ext cx="5394960" cy="1862048"/>
          </a:xfrm>
          <a:prstGeom prst="rect">
            <a:avLst/>
          </a:prstGeom>
          <a:noFill/>
        </p:spPr>
        <p:txBody>
          <a:bodyPr wrap="square">
            <a:spAutoFit/>
          </a:bodyPr>
          <a:lstStyle/>
          <a:p>
            <a:pPr algn="l">
              <a:spcAft>
                <a:spcPts val="600"/>
              </a:spcAft>
            </a:pPr>
            <a:r>
              <a:rPr sz="1500" b="0" dirty="0">
                <a:solidFill>
                  <a:srgbClr val="555555"/>
                </a:solidFill>
              </a:rPr>
              <a:t>Encounter — 0..1</a:t>
            </a:r>
          </a:p>
          <a:p>
            <a:pPr algn="l">
              <a:spcAft>
                <a:spcPts val="600"/>
              </a:spcAft>
            </a:pPr>
            <a:r>
              <a:rPr sz="1500" b="0" dirty="0">
                <a:solidFill>
                  <a:srgbClr val="555555"/>
                </a:solidFill>
              </a:rPr>
              <a:t>Coverage — 0..*</a:t>
            </a:r>
          </a:p>
          <a:p>
            <a:pPr algn="l">
              <a:spcAft>
                <a:spcPts val="600"/>
              </a:spcAft>
            </a:pPr>
            <a:r>
              <a:rPr sz="1500" b="0" dirty="0" err="1">
                <a:solidFill>
                  <a:srgbClr val="555555"/>
                </a:solidFill>
              </a:rPr>
              <a:t>DocumentReference</a:t>
            </a:r>
            <a:r>
              <a:rPr sz="1500" b="0" dirty="0">
                <a:solidFill>
                  <a:srgbClr val="555555"/>
                </a:solidFill>
              </a:rPr>
              <a:t> (clinical context) — 0..*</a:t>
            </a:r>
          </a:p>
          <a:p>
            <a:pPr algn="l">
              <a:spcAft>
                <a:spcPts val="600"/>
              </a:spcAft>
            </a:pPr>
            <a:r>
              <a:rPr sz="1500" b="0" dirty="0" err="1">
                <a:solidFill>
                  <a:srgbClr val="555555"/>
                </a:solidFill>
              </a:rPr>
              <a:t>CommunicationRequest</a:t>
            </a:r>
            <a:r>
              <a:rPr sz="1500" b="0" dirty="0">
                <a:solidFill>
                  <a:srgbClr val="555555"/>
                </a:solidFill>
              </a:rPr>
              <a:t> — 0..*</a:t>
            </a:r>
          </a:p>
          <a:p>
            <a:pPr algn="l">
              <a:spcAft>
                <a:spcPts val="600"/>
              </a:spcAft>
            </a:pPr>
            <a:r>
              <a:rPr sz="1500" b="0" dirty="0">
                <a:solidFill>
                  <a:srgbClr val="555555"/>
                </a:solidFill>
              </a:rPr>
              <a:t>Observation (e.g. pregnancy status) — 0..*</a:t>
            </a:r>
          </a:p>
          <a:p>
            <a:pPr algn="l">
              <a:spcAft>
                <a:spcPts val="600"/>
              </a:spcAft>
            </a:pPr>
            <a:r>
              <a:rPr sz="1500" b="0" dirty="0">
                <a:solidFill>
                  <a:srgbClr val="555555"/>
                </a:solidFill>
              </a:rPr>
              <a:t>Location — 0..*</a:t>
            </a:r>
          </a:p>
        </p:txBody>
      </p:sp>
    </p:spTree>
    <p:extLst>
      <p:ext uri="{BB962C8B-B14F-4D97-AF65-F5344CB8AC3E}">
        <p14:creationId xmlns:p14="http://schemas.microsoft.com/office/powerpoint/2010/main" val="3409752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34498-FE63-3ADB-B4EB-08242DC5427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3CDD05-14A9-A076-43DE-B620F6C4AF85}"/>
              </a:ext>
            </a:extLst>
          </p:cNvPr>
          <p:cNvSpPr>
            <a:spLocks noGrp="1"/>
          </p:cNvSpPr>
          <p:nvPr>
            <p:ph type="sldNum" sz="quarter" idx="12"/>
          </p:nvPr>
        </p:nvSpPr>
        <p:spPr/>
        <p:txBody>
          <a:bodyPr/>
          <a:lstStyle/>
          <a:p>
            <a:fld id="{294A09A9-5501-47C1-A89A-A340965A2BE2}" type="slidenum">
              <a:rPr lang="en-US" smtClean="0"/>
              <a:pPr/>
              <a:t>5</a:t>
            </a:fld>
            <a:endParaRPr lang="en-US" dirty="0"/>
          </a:p>
        </p:txBody>
      </p:sp>
      <p:sp>
        <p:nvSpPr>
          <p:cNvPr id="5" name="Title 4">
            <a:extLst>
              <a:ext uri="{FF2B5EF4-FFF2-40B4-BE49-F238E27FC236}">
                <a16:creationId xmlns:a16="http://schemas.microsoft.com/office/drawing/2014/main" id="{62665D66-4722-79CE-C24A-C3AB9E8EBF22}"/>
              </a:ext>
            </a:extLst>
          </p:cNvPr>
          <p:cNvSpPr>
            <a:spLocks noGrp="1"/>
          </p:cNvSpPr>
          <p:nvPr>
            <p:ph type="title"/>
          </p:nvPr>
        </p:nvSpPr>
        <p:spPr>
          <a:xfrm>
            <a:off x="916016" y="136525"/>
            <a:ext cx="8447439" cy="1074828"/>
          </a:xfrm>
        </p:spPr>
        <p:txBody>
          <a:bodyPr>
            <a:normAutofit/>
          </a:bodyPr>
          <a:lstStyle/>
          <a:p>
            <a:r>
              <a:rPr lang="en-US" dirty="0"/>
              <a:t>Transaction semantics</a:t>
            </a:r>
          </a:p>
        </p:txBody>
      </p:sp>
      <p:sp>
        <p:nvSpPr>
          <p:cNvPr id="8" name="TextBox 7">
            <a:extLst>
              <a:ext uri="{FF2B5EF4-FFF2-40B4-BE49-F238E27FC236}">
                <a16:creationId xmlns:a16="http://schemas.microsoft.com/office/drawing/2014/main" id="{72CE0EFE-5054-9086-B053-0B0B648D2E79}"/>
              </a:ext>
            </a:extLst>
          </p:cNvPr>
          <p:cNvSpPr txBox="1"/>
          <p:nvPr/>
        </p:nvSpPr>
        <p:spPr>
          <a:xfrm>
            <a:off x="640080" y="1097280"/>
            <a:ext cx="10972800" cy="5120640"/>
          </a:xfrm>
          <a:prstGeom prst="rect">
            <a:avLst/>
          </a:prstGeom>
          <a:noFill/>
        </p:spPr>
        <p:txBody>
          <a:bodyPr wrap="square">
            <a:spAutoFit/>
          </a:bodyPr>
          <a:lstStyle/>
          <a:p>
            <a:pPr>
              <a:spcAft>
                <a:spcPts val="200"/>
              </a:spcAft>
            </a:pPr>
            <a:r>
              <a:rPr sz="2200" b="1" dirty="0">
                <a:solidFill>
                  <a:srgbClr val="1F3A5F"/>
                </a:solidFill>
              </a:rPr>
              <a:t>■  </a:t>
            </a:r>
            <a:r>
              <a:rPr sz="2200" b="1" dirty="0" err="1">
                <a:solidFill>
                  <a:srgbClr val="1F3A5F"/>
                </a:solidFill>
              </a:rPr>
              <a:t>Bundle.type</a:t>
            </a:r>
            <a:r>
              <a:rPr sz="2200" b="1" dirty="0">
                <a:solidFill>
                  <a:srgbClr val="1F3A5F"/>
                </a:solidFill>
              </a:rPr>
              <a:t> is fixed to transaction</a:t>
            </a:r>
          </a:p>
          <a:p>
            <a:pPr lvl="1">
              <a:spcAft>
                <a:spcPts val="200"/>
              </a:spcAft>
            </a:pPr>
            <a:r>
              <a:rPr sz="2000" dirty="0">
                <a:solidFill>
                  <a:srgbClr val="555555"/>
                </a:solidFill>
              </a:rPr>
              <a:t>•  Atomic: any </a:t>
            </a:r>
            <a:r>
              <a:rPr lang="en-AU" sz="2000" dirty="0">
                <a:solidFill>
                  <a:srgbClr val="555555"/>
                </a:solidFill>
              </a:rPr>
              <a:t>single-entry</a:t>
            </a:r>
            <a:r>
              <a:rPr sz="2000" dirty="0">
                <a:solidFill>
                  <a:srgbClr val="555555"/>
                </a:solidFill>
              </a:rPr>
              <a:t> failure rolls the whole submission back.</a:t>
            </a:r>
          </a:p>
          <a:p>
            <a:pPr>
              <a:spcAft>
                <a:spcPts val="200"/>
              </a:spcAft>
            </a:pPr>
            <a:r>
              <a:rPr sz="2200" b="1" dirty="0">
                <a:solidFill>
                  <a:srgbClr val="1F3A5F"/>
                </a:solidFill>
              </a:rPr>
              <a:t>■  Every entry uses </a:t>
            </a:r>
            <a:r>
              <a:rPr sz="2200" b="1" dirty="0" err="1">
                <a:solidFill>
                  <a:srgbClr val="1F3A5F"/>
                </a:solidFill>
              </a:rPr>
              <a:t>urn:uuid</a:t>
            </a:r>
            <a:r>
              <a:rPr sz="2200" b="1" dirty="0">
                <a:solidFill>
                  <a:srgbClr val="1F3A5F"/>
                </a:solidFill>
              </a:rPr>
              <a:t>: </a:t>
            </a:r>
            <a:r>
              <a:rPr sz="2200" b="1" dirty="0" err="1">
                <a:solidFill>
                  <a:srgbClr val="1F3A5F"/>
                </a:solidFill>
              </a:rPr>
              <a:t>fullUrls</a:t>
            </a:r>
            <a:endParaRPr sz="2200" b="1" dirty="0">
              <a:solidFill>
                <a:srgbClr val="1F3A5F"/>
              </a:solidFill>
            </a:endParaRPr>
          </a:p>
          <a:p>
            <a:pPr lvl="1">
              <a:spcAft>
                <a:spcPts val="200"/>
              </a:spcAft>
            </a:pPr>
            <a:r>
              <a:rPr sz="2000" dirty="0">
                <a:solidFill>
                  <a:srgbClr val="555555"/>
                </a:solidFill>
              </a:rPr>
              <a:t>•  Server assigns the canonical id on POST. Internal references resolve within the bundle via the matching </a:t>
            </a:r>
            <a:r>
              <a:rPr sz="2000" dirty="0" err="1">
                <a:solidFill>
                  <a:srgbClr val="555555"/>
                </a:solidFill>
              </a:rPr>
              <a:t>urn:uuid</a:t>
            </a:r>
            <a:r>
              <a:rPr sz="2000" dirty="0">
                <a:solidFill>
                  <a:srgbClr val="555555"/>
                </a:solidFill>
              </a:rPr>
              <a:t>.</a:t>
            </a:r>
          </a:p>
          <a:p>
            <a:pPr lvl="1">
              <a:spcAft>
                <a:spcPts val="200"/>
              </a:spcAft>
            </a:pPr>
            <a:r>
              <a:rPr sz="2000" dirty="0">
                <a:solidFill>
                  <a:srgbClr val="555555"/>
                </a:solidFill>
              </a:rPr>
              <a:t>•  Invariant au-ereq-bundle-04 enforces lowercase UUID format.</a:t>
            </a:r>
          </a:p>
          <a:p>
            <a:pPr>
              <a:spcAft>
                <a:spcPts val="200"/>
              </a:spcAft>
            </a:pPr>
            <a:r>
              <a:rPr sz="2200" b="1" dirty="0">
                <a:solidFill>
                  <a:srgbClr val="1F3A5F"/>
                </a:solidFill>
              </a:rPr>
              <a:t>■  POST by default; conditional create/update optional for actors</a:t>
            </a:r>
            <a:r>
              <a:rPr sz="2200" b="1" dirty="0" err="1">
                <a:solidFill>
                  <a:srgbClr val="1F3A5F"/>
                </a:solidFill>
              </a:rPr>
              <a:t/>
            </a:r>
            <a:r>
              <a:rPr sz="2200" b="1" dirty="0">
                <a:solidFill>
                  <a:srgbClr val="1F3A5F"/>
                </a:solidFill>
              </a:rPr>
              <a:t/>
            </a:r>
          </a:p>
          <a:p>
            <a:pPr lvl="1">
              <a:spcAft>
                <a:spcPts val="200"/>
              </a:spcAft>
            </a:pPr>
            <a:r>
              <a:rPr sz="2000" dirty="0">
                <a:solidFill>
                  <a:srgbClr val="555555"/>
                </a:solidFill>
              </a:rPr>
              <a:t>•  Workflow resources (ServiceRequest, Task, Encounter, Coverage, </a:t>
            </a:r>
            <a:r>
              <a:rPr sz="2000" dirty="0" err="1">
                <a:solidFill>
                  <a:srgbClr val="555555"/>
                </a:solidFill>
              </a:rPr>
              <a:t>DocumentReference</a:t>
            </a:r>
            <a:r>
              <a:rPr sz="2000" dirty="0">
                <a:solidFill>
                  <a:srgbClr val="555555"/>
                </a:solidFill>
              </a:rPr>
              <a:t>, </a:t>
            </a:r>
            <a:r>
              <a:rPr sz="2000" dirty="0" err="1">
                <a:solidFill>
                  <a:srgbClr val="555555"/>
                </a:solidFill>
              </a:rPr>
              <a:t>CommunicationRequest</a:t>
            </a:r>
            <a:r>
              <a:rPr sz="2000" dirty="0">
                <a:solidFill>
                  <a:srgbClr val="555555"/>
                </a:solidFill>
              </a:rPr>
              <a:t>, Observation): unconditional POST.</a:t>
            </a:r>
          </a:p>
          <a:p>
            <a:pPr lvl="1">
              <a:spcAft>
                <a:spcPts val="200"/>
              </a:spcAft>
            </a:pPr>
            <a:r>
              <a:rPr sz="2000" dirty="0">
                <a:solidFill>
                  <a:srgbClr val="555555"/>
                </a:solidFill>
              </a:rPr>
              <a:t>•  Actor resources (Patient, Practitioner, PractitionerRole, Organization, Location): plain POST by default (always create new). Optionally POST + ifNoneExist (conditional create) or PUT (conditional update) when the placer knows the actor's identifier on the server.</a:t>
            </a:r>
            <a:r>
              <a:rPr sz="2000" dirty="0" err="1">
                <a:solidFill>
                  <a:srgbClr val="555555"/>
                </a:solidFill>
              </a:rPr>
              <a:t/>
            </a:r>
            <a:r>
              <a:rPr sz="2000" dirty="0">
                <a:solidFill>
                  <a:srgbClr val="555555"/>
                </a:solidFill>
              </a:rPr>
              <a:t/>
            </a:r>
            <a:r>
              <a:rPr sz="2000" dirty="0" err="1">
                <a:solidFill>
                  <a:srgbClr val="555555"/>
                </a:solidFill>
              </a:rPr>
              <a:t/>
            </a:r>
            <a:r>
              <a:rPr sz="2000" dirty="0">
                <a:solidFill>
                  <a:srgbClr val="555555"/>
                </a:solidFill>
              </a:rPr>
              <a:t/>
            </a:r>
          </a:p>
          <a:p>
            <a:pPr>
              <a:spcAft>
                <a:spcPts val="200"/>
              </a:spcAft>
            </a:pPr>
            <a:r>
              <a:rPr sz="2200" b="1" dirty="0">
                <a:solidFill>
                  <a:srgbClr val="1F3A5F"/>
                </a:solidFill>
              </a:rPr>
              <a:t>■  Cross-entry referential integrity invariants</a:t>
            </a:r>
          </a:p>
          <a:p>
            <a:pPr lvl="1">
              <a:spcAft>
                <a:spcPts val="200"/>
              </a:spcAft>
            </a:pPr>
            <a:r>
              <a:rPr sz="2000" dirty="0">
                <a:solidFill>
                  <a:srgbClr val="555555"/>
                </a:solidFill>
              </a:rPr>
              <a:t>•  01: # Task Diagnostic Requests = # </a:t>
            </a:r>
            <a:r>
              <a:rPr sz="2000" dirty="0" err="1">
                <a:solidFill>
                  <a:srgbClr val="555555"/>
                </a:solidFill>
              </a:rPr>
              <a:t>ServiceRequests</a:t>
            </a:r>
            <a:r>
              <a:rPr sz="2000" dirty="0">
                <a:solidFill>
                  <a:srgbClr val="555555"/>
                </a:solidFill>
              </a:rPr>
              <a:t>.</a:t>
            </a:r>
          </a:p>
          <a:p>
            <a:pPr lvl="1">
              <a:spcAft>
                <a:spcPts val="200"/>
              </a:spcAft>
            </a:pPr>
            <a:r>
              <a:rPr sz="2000" dirty="0">
                <a:solidFill>
                  <a:srgbClr val="555555"/>
                </a:solidFill>
              </a:rPr>
              <a:t>•  02: Every Task DR focus resolves to a ServiceRequest entry in the bundle.</a:t>
            </a:r>
          </a:p>
          <a:p>
            <a:pPr lvl="1">
              <a:spcAft>
                <a:spcPts val="200"/>
              </a:spcAft>
            </a:pPr>
            <a:r>
              <a:rPr sz="2000" dirty="0">
                <a:solidFill>
                  <a:srgbClr val="555555"/>
                </a:solidFill>
              </a:rPr>
              <a:t>•  03: Every Task DR </a:t>
            </a:r>
            <a:r>
              <a:rPr sz="2000" dirty="0" err="1">
                <a:solidFill>
                  <a:srgbClr val="555555"/>
                </a:solidFill>
              </a:rPr>
              <a:t>partOf</a:t>
            </a:r>
            <a:r>
              <a:rPr sz="2000" dirty="0">
                <a:solidFill>
                  <a:srgbClr val="555555"/>
                </a:solidFill>
              </a:rPr>
              <a:t> resolves to the Task Group entry in the bundle.</a:t>
            </a:r>
          </a:p>
        </p:txBody>
      </p:sp>
    </p:spTree>
    <p:extLst>
      <p:ext uri="{BB962C8B-B14F-4D97-AF65-F5344CB8AC3E}">
        <p14:creationId xmlns:p14="http://schemas.microsoft.com/office/powerpoint/2010/main" val="3480804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2544D-FBBC-414E-656F-D85C4D5187A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4D103D4-9450-2BDF-3653-2942B10CE3F7}"/>
              </a:ext>
            </a:extLst>
          </p:cNvPr>
          <p:cNvSpPr>
            <a:spLocks noGrp="1"/>
          </p:cNvSpPr>
          <p:nvPr>
            <p:ph type="sldNum" sz="quarter" idx="12"/>
          </p:nvPr>
        </p:nvSpPr>
        <p:spPr/>
        <p:txBody>
          <a:bodyPr/>
          <a:lstStyle/>
          <a:p>
            <a:fld id="{294A09A9-5501-47C1-A89A-A340965A2BE2}" type="slidenum">
              <a:rPr lang="en-US" smtClean="0"/>
              <a:pPr/>
              <a:t>6</a:t>
            </a:fld>
            <a:endParaRPr lang="en-US" dirty="0"/>
          </a:p>
        </p:txBody>
      </p:sp>
      <p:sp>
        <p:nvSpPr>
          <p:cNvPr id="5" name="Title 4">
            <a:extLst>
              <a:ext uri="{FF2B5EF4-FFF2-40B4-BE49-F238E27FC236}">
                <a16:creationId xmlns:a16="http://schemas.microsoft.com/office/drawing/2014/main" id="{099F3B73-F428-9515-017F-017C7A209B25}"/>
              </a:ext>
            </a:extLst>
          </p:cNvPr>
          <p:cNvSpPr>
            <a:spLocks noGrp="1"/>
          </p:cNvSpPr>
          <p:nvPr>
            <p:ph type="title"/>
          </p:nvPr>
        </p:nvSpPr>
        <p:spPr>
          <a:xfrm>
            <a:off x="916016" y="136525"/>
            <a:ext cx="8447439" cy="1074828"/>
          </a:xfrm>
        </p:spPr>
        <p:txBody>
          <a:bodyPr>
            <a:normAutofit/>
          </a:bodyPr>
          <a:lstStyle/>
          <a:p>
            <a:r>
              <a:rPr lang="en-US" dirty="0"/>
              <a:t>Actor obligations</a:t>
            </a:r>
          </a:p>
        </p:txBody>
      </p:sp>
      <p:sp>
        <p:nvSpPr>
          <p:cNvPr id="6" name="TextBox 5">
            <a:extLst>
              <a:ext uri="{FF2B5EF4-FFF2-40B4-BE49-F238E27FC236}">
                <a16:creationId xmlns:a16="http://schemas.microsoft.com/office/drawing/2014/main" id="{1332D83D-52F3-9886-B986-293E1C914C7F}"/>
              </a:ext>
            </a:extLst>
          </p:cNvPr>
          <p:cNvSpPr txBox="1"/>
          <p:nvPr/>
        </p:nvSpPr>
        <p:spPr>
          <a:xfrm>
            <a:off x="457200" y="1120548"/>
            <a:ext cx="11247120" cy="411480"/>
          </a:xfrm>
          <a:prstGeom prst="rect">
            <a:avLst/>
          </a:prstGeom>
          <a:noFill/>
        </p:spPr>
        <p:txBody>
          <a:bodyPr wrap="square">
            <a:spAutoFit/>
          </a:bodyPr>
          <a:lstStyle/>
          <a:p>
            <a:pPr algn="ctr"/>
            <a:r>
              <a:rPr sz="1500" b="0" dirty="0">
                <a:solidFill>
                  <a:srgbClr val="555555"/>
                </a:solidFill>
              </a:rPr>
              <a:t>Bundle is a placer ↔ server construct. Filler and patient never handle a transaction Bundle.</a:t>
            </a:r>
          </a:p>
        </p:txBody>
      </p:sp>
      <p:graphicFrame>
        <p:nvGraphicFramePr>
          <p:cNvPr id="7" name="Table 6">
            <a:extLst>
              <a:ext uri="{FF2B5EF4-FFF2-40B4-BE49-F238E27FC236}">
                <a16:creationId xmlns:a16="http://schemas.microsoft.com/office/drawing/2014/main" id="{F6F20650-4EC6-7434-7987-5B23E59BD83B}"/>
              </a:ext>
            </a:extLst>
          </p:cNvPr>
          <p:cNvGraphicFramePr>
            <a:graphicFrameLocks noGrp="1"/>
          </p:cNvGraphicFramePr>
          <p:nvPr>
            <p:extLst>
              <p:ext uri="{D42A27DB-BD31-4B8C-83A1-F6EECF244321}">
                <p14:modId xmlns:p14="http://schemas.microsoft.com/office/powerpoint/2010/main" val="2490409541"/>
              </p:ext>
            </p:extLst>
          </p:nvPr>
        </p:nvGraphicFramePr>
        <p:xfrm>
          <a:off x="457200" y="1554480"/>
          <a:ext cx="11247120" cy="32004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7315200">
                  <a:extLst>
                    <a:ext uri="{9D8B030D-6E8A-4147-A177-3AD203B41FA5}">
                      <a16:colId xmlns:a16="http://schemas.microsoft.com/office/drawing/2014/main" val="20002"/>
                    </a:ext>
                  </a:extLst>
                </a:gridCol>
              </a:tblGrid>
              <a:tr h="457200">
                <a:tc>
                  <a:txBody>
                    <a:bodyPr/>
                    <a:lstStyle/>
                    <a:p>
                      <a:r>
                        <a:rPr sz="1400" b="1" dirty="0">
                          <a:solidFill>
                            <a:srgbClr val="FFFFFF"/>
                          </a:solidFill>
                        </a:rPr>
                        <a:t>Actor</a:t>
                      </a:r>
                    </a:p>
                  </a:txBody>
                  <a:tcPr/>
                </a:tc>
                <a:tc>
                  <a:txBody>
                    <a:bodyPr/>
                    <a:lstStyle/>
                    <a:p>
                      <a:r>
                        <a:rPr sz="1400" b="1" dirty="0">
                          <a:solidFill>
                            <a:srgbClr val="FFFFFF"/>
                          </a:solidFill>
                        </a:rPr>
                        <a:t>Code</a:t>
                      </a:r>
                    </a:p>
                  </a:txBody>
                  <a:tcPr/>
                </a:tc>
                <a:tc>
                  <a:txBody>
                    <a:bodyPr/>
                    <a:lstStyle/>
                    <a:p>
                      <a:r>
                        <a:rPr sz="1400" b="1">
                          <a:solidFill>
                            <a:srgbClr val="FFFFFF"/>
                          </a:solidFill>
                        </a:rPr>
                        <a:t>Applies to</a:t>
                      </a:r>
                    </a:p>
                  </a:txBody>
                  <a:tcPr/>
                </a:tc>
                <a:extLst>
                  <a:ext uri="{0D108BD9-81ED-4DB2-BD59-A6C34878D82A}">
                    <a16:rowId xmlns:a16="http://schemas.microsoft.com/office/drawing/2014/main" val="10000"/>
                  </a:ext>
                </a:extLst>
              </a:tr>
              <a:tr h="685800">
                <a:tc>
                  <a:txBody>
                    <a:bodyPr/>
                    <a:lstStyle/>
                    <a:p>
                      <a:r>
                        <a:rPr sz="1400">
                          <a:solidFill>
                            <a:srgbClr val="555555"/>
                          </a:solidFill>
                        </a:rPr>
                        <a:t>Placer</a:t>
                      </a:r>
                    </a:p>
                  </a:txBody>
                  <a:tcPr/>
                </a:tc>
                <a:tc>
                  <a:txBody>
                    <a:bodyPr/>
                    <a:lstStyle/>
                    <a:p>
                      <a:r>
                        <a:rPr sz="1400">
                          <a:solidFill>
                            <a:srgbClr val="555555"/>
                          </a:solidFill>
                        </a:rPr>
                        <a:t>SHALL:populate</a:t>
                      </a:r>
                    </a:p>
                  </a:txBody>
                  <a:tcPr/>
                </a:tc>
                <a:tc>
                  <a:txBody>
                    <a:bodyPr/>
                    <a:lstStyle/>
                    <a:p>
                      <a:r>
                        <a:rPr sz="1400">
                          <a:solidFill>
                            <a:srgbClr val="555555"/>
                          </a:solidFill>
                        </a:rPr>
                        <a:t>Bundle.type, Bundle.entry, every mandatory slice, fullUrl, request.method/url/ifNoneExist</a:t>
                      </a:r>
                    </a:p>
                  </a:txBody>
                  <a:tcPr/>
                </a:tc>
                <a:extLst>
                  <a:ext uri="{0D108BD9-81ED-4DB2-BD59-A6C34878D82A}">
                    <a16:rowId xmlns:a16="http://schemas.microsoft.com/office/drawing/2014/main" val="10001"/>
                  </a:ext>
                </a:extLst>
              </a:tr>
              <a:tr h="685800">
                <a:tc>
                  <a:txBody>
                    <a:bodyPr/>
                    <a:lstStyle/>
                    <a:p>
                      <a:r>
                        <a:rPr sz="1400">
                          <a:solidFill>
                            <a:srgbClr val="555555"/>
                          </a:solidFill>
                        </a:rPr>
                        <a:t>Placer</a:t>
                      </a:r>
                    </a:p>
                  </a:txBody>
                  <a:tcPr/>
                </a:tc>
                <a:tc>
                  <a:txBody>
                    <a:bodyPr/>
                    <a:lstStyle/>
                    <a:p>
                      <a:r>
                        <a:rPr sz="1400">
                          <a:solidFill>
                            <a:srgbClr val="555555"/>
                          </a:solidFill>
                        </a:rPr>
                        <a:t>SHALL:populate-if-known</a:t>
                      </a:r>
                    </a:p>
                  </a:txBody>
                  <a:tcPr/>
                </a:tc>
                <a:tc>
                  <a:txBody>
                    <a:bodyPr/>
                    <a:lstStyle/>
                    <a:p>
                      <a:r>
                        <a:rPr sz="1400">
                          <a:solidFill>
                            <a:srgbClr val="555555"/>
                          </a:solidFill>
                        </a:rPr>
                        <a:t>Optional slices: Encounter, Coverage, DocumentReference, CommunicationRequest, Observation, Location</a:t>
                      </a:r>
                    </a:p>
                  </a:txBody>
                  <a:tcPr/>
                </a:tc>
                <a:extLst>
                  <a:ext uri="{0D108BD9-81ED-4DB2-BD59-A6C34878D82A}">
                    <a16:rowId xmlns:a16="http://schemas.microsoft.com/office/drawing/2014/main" val="10002"/>
                  </a:ext>
                </a:extLst>
              </a:tr>
              <a:tr h="685800">
                <a:tc>
                  <a:txBody>
                    <a:bodyPr/>
                    <a:lstStyle/>
                    <a:p>
                      <a:r>
                        <a:rPr sz="1400">
                          <a:solidFill>
                            <a:srgbClr val="555555"/>
                          </a:solidFill>
                        </a:rPr>
                        <a:t>Server</a:t>
                      </a:r>
                    </a:p>
                  </a:txBody>
                  <a:tcPr/>
                </a:tc>
                <a:tc>
                  <a:txBody>
                    <a:bodyPr/>
                    <a:lstStyle/>
                    <a:p>
                      <a:r>
                        <a:rPr sz="1400">
                          <a:solidFill>
                            <a:srgbClr val="555555"/>
                          </a:solidFill>
                        </a:rPr>
                        <a:t>SHALL:handle</a:t>
                      </a:r>
                    </a:p>
                  </a:txBody>
                  <a:tcPr/>
                </a:tc>
                <a:tc>
                  <a:txBody>
                    <a:bodyPr/>
                    <a:lstStyle/>
                    <a:p>
                      <a:r>
                        <a:rPr sz="1400">
                          <a:solidFill>
                            <a:srgbClr val="555555"/>
                          </a:solidFill>
                        </a:rPr>
                        <a:t>Every obligated element — server must process the submission correctly</a:t>
                      </a:r>
                    </a:p>
                  </a:txBody>
                  <a:tcPr/>
                </a:tc>
                <a:extLst>
                  <a:ext uri="{0D108BD9-81ED-4DB2-BD59-A6C34878D82A}">
                    <a16:rowId xmlns:a16="http://schemas.microsoft.com/office/drawing/2014/main" val="10003"/>
                  </a:ext>
                </a:extLst>
              </a:tr>
              <a:tr h="685800">
                <a:tc>
                  <a:txBody>
                    <a:bodyPr/>
                    <a:lstStyle/>
                    <a:p>
                      <a:r>
                        <a:rPr sz="1400">
                          <a:solidFill>
                            <a:srgbClr val="555555"/>
                          </a:solidFill>
                        </a:rPr>
                        <a:t>Server</a:t>
                      </a:r>
                    </a:p>
                  </a:txBody>
                  <a:tcPr/>
                </a:tc>
                <a:tc>
                  <a:txBody>
                    <a:bodyPr/>
                    <a:lstStyle/>
                    <a:p>
                      <a:r>
                        <a:rPr sz="1400">
                          <a:solidFill>
                            <a:srgbClr val="555555"/>
                          </a:solidFill>
                        </a:rPr>
                        <a:t>SHALL:able-to-populate</a:t>
                      </a:r>
                    </a:p>
                  </a:txBody>
                  <a:tcPr/>
                </a:tc>
                <a:tc>
                  <a:txBody>
                    <a:bodyPr/>
                    <a:lstStyle/>
                    <a:p>
                      <a:r>
                        <a:rPr sz="1400" dirty="0">
                          <a:solidFill>
                            <a:srgbClr val="555555"/>
                          </a:solidFill>
                        </a:rPr>
                        <a:t>Every obligated element — server can supply the value when relaying or echoing</a:t>
                      </a:r>
                    </a:p>
                  </a:txBody>
                  <a:tcPr/>
                </a:tc>
                <a:extLst>
                  <a:ext uri="{0D108BD9-81ED-4DB2-BD59-A6C34878D82A}">
                    <a16:rowId xmlns:a16="http://schemas.microsoft.com/office/drawing/2014/main" val="10004"/>
                  </a:ext>
                </a:extLst>
              </a:tr>
            </a:tbl>
          </a:graphicData>
        </a:graphic>
      </p:graphicFrame>
      <p:sp>
        <p:nvSpPr>
          <p:cNvPr id="8" name="TextBox 7">
            <a:extLst>
              <a:ext uri="{FF2B5EF4-FFF2-40B4-BE49-F238E27FC236}">
                <a16:creationId xmlns:a16="http://schemas.microsoft.com/office/drawing/2014/main" id="{A9056EF9-5F56-8A1F-93CD-8EDCB39D00C5}"/>
              </a:ext>
            </a:extLst>
          </p:cNvPr>
          <p:cNvSpPr txBox="1"/>
          <p:nvPr/>
        </p:nvSpPr>
        <p:spPr>
          <a:xfrm>
            <a:off x="457200" y="5029200"/>
            <a:ext cx="11247120" cy="1097280"/>
          </a:xfrm>
          <a:prstGeom prst="rect">
            <a:avLst/>
          </a:prstGeom>
          <a:noFill/>
        </p:spPr>
        <p:txBody>
          <a:bodyPr wrap="square">
            <a:spAutoFit/>
          </a:bodyPr>
          <a:lstStyle/>
          <a:p>
            <a:pPr algn="l"/>
            <a:r>
              <a:rPr sz="1500" b="0">
                <a:solidFill>
                  <a:srgbClr val="555555"/>
                </a:solidFill>
              </a:rPr>
              <a:t>Three obligations per element instead of the five used elsewhere in the IG.</a:t>
            </a:r>
          </a:p>
          <a:p>
            <a:pPr algn="l"/>
            <a:r>
              <a:rPr sz="1500" b="0">
                <a:solidFill>
                  <a:srgbClr val="555555"/>
                </a:solidFill>
              </a:rPr>
              <a:t>Filler and patient obligations were deliberately omitted because neither actor sees the bundle directly.</a:t>
            </a:r>
          </a:p>
        </p:txBody>
      </p:sp>
    </p:spTree>
    <p:extLst>
      <p:ext uri="{BB962C8B-B14F-4D97-AF65-F5344CB8AC3E}">
        <p14:creationId xmlns:p14="http://schemas.microsoft.com/office/powerpoint/2010/main" val="2530970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D2927-9BB3-B4F6-D8C4-329F69C751A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78E3AD7-5C82-0E1F-F8B2-249A32A32547}"/>
              </a:ext>
            </a:extLst>
          </p:cNvPr>
          <p:cNvSpPr>
            <a:spLocks noGrp="1"/>
          </p:cNvSpPr>
          <p:nvPr>
            <p:ph type="sldNum" sz="quarter" idx="12"/>
          </p:nvPr>
        </p:nvSpPr>
        <p:spPr/>
        <p:txBody>
          <a:bodyPr/>
          <a:lstStyle/>
          <a:p>
            <a:fld id="{294A09A9-5501-47C1-A89A-A340965A2BE2}" type="slidenum">
              <a:rPr lang="en-US" smtClean="0"/>
              <a:pPr/>
              <a:t>7</a:t>
            </a:fld>
            <a:endParaRPr lang="en-US" dirty="0"/>
          </a:p>
        </p:txBody>
      </p:sp>
      <p:sp>
        <p:nvSpPr>
          <p:cNvPr id="5" name="Title 4">
            <a:extLst>
              <a:ext uri="{FF2B5EF4-FFF2-40B4-BE49-F238E27FC236}">
                <a16:creationId xmlns:a16="http://schemas.microsoft.com/office/drawing/2014/main" id="{F4FEF1E4-19D7-B284-E6CF-216DE9F22AFB}"/>
              </a:ext>
            </a:extLst>
          </p:cNvPr>
          <p:cNvSpPr>
            <a:spLocks noGrp="1"/>
          </p:cNvSpPr>
          <p:nvPr>
            <p:ph type="title"/>
          </p:nvPr>
        </p:nvSpPr>
        <p:spPr>
          <a:xfrm>
            <a:off x="916016" y="136525"/>
            <a:ext cx="8447439" cy="1074828"/>
          </a:xfrm>
        </p:spPr>
        <p:txBody>
          <a:bodyPr>
            <a:normAutofit/>
          </a:bodyPr>
          <a:lstStyle/>
          <a:p>
            <a:r>
              <a:rPr lang="en-US" dirty="0"/>
              <a:t>Worked examples</a:t>
            </a:r>
          </a:p>
        </p:txBody>
      </p:sp>
      <p:sp>
        <p:nvSpPr>
          <p:cNvPr id="6" name="Rectangle 5">
            <a:extLst>
              <a:ext uri="{FF2B5EF4-FFF2-40B4-BE49-F238E27FC236}">
                <a16:creationId xmlns:a16="http://schemas.microsoft.com/office/drawing/2014/main" id="{66314811-1BCC-5B99-1172-2CC9E5A16C17}"/>
              </a:ext>
            </a:extLst>
          </p:cNvPr>
          <p:cNvSpPr/>
          <p:nvPr/>
        </p:nvSpPr>
        <p:spPr>
          <a:xfrm>
            <a:off x="457200" y="1097280"/>
            <a:ext cx="3611880" cy="457200"/>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800" b="1">
                <a:solidFill>
                  <a:srgbClr val="FFFFFF"/>
                </a:solidFill>
              </a:rPr>
              <a:t>Pathology multi-test</a:t>
            </a:r>
          </a:p>
        </p:txBody>
      </p:sp>
      <p:sp>
        <p:nvSpPr>
          <p:cNvPr id="7" name="Rectangle 6">
            <a:extLst>
              <a:ext uri="{FF2B5EF4-FFF2-40B4-BE49-F238E27FC236}">
                <a16:creationId xmlns:a16="http://schemas.microsoft.com/office/drawing/2014/main" id="{06C5259B-303D-264C-A84B-CE85981DF539}"/>
              </a:ext>
            </a:extLst>
          </p:cNvPr>
          <p:cNvSpPr/>
          <p:nvPr/>
        </p:nvSpPr>
        <p:spPr>
          <a:xfrm>
            <a:off x="4206240" y="1097280"/>
            <a:ext cx="3611880" cy="457200"/>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sz="1800" b="1" dirty="0">
                <a:solidFill>
                  <a:srgbClr val="FFFFFF"/>
                </a:solidFill>
              </a:rPr>
              <a:t>Imaging — POST</a:t>
            </a:r>
          </a:p>
        </p:txBody>
      </p:sp>
      <p:sp>
        <p:nvSpPr>
          <p:cNvPr id="8" name="TextBox 7">
            <a:extLst>
              <a:ext uri="{FF2B5EF4-FFF2-40B4-BE49-F238E27FC236}">
                <a16:creationId xmlns:a16="http://schemas.microsoft.com/office/drawing/2014/main" id="{492D13F7-A77E-ABB0-11B5-C80BF4F96AE7}"/>
              </a:ext>
            </a:extLst>
          </p:cNvPr>
          <p:cNvSpPr txBox="1"/>
          <p:nvPr/>
        </p:nvSpPr>
        <p:spPr>
          <a:xfrm>
            <a:off x="548640" y="1691640"/>
            <a:ext cx="3611880" cy="4114800"/>
          </a:xfrm>
          <a:prstGeom prst="rect">
            <a:avLst/>
          </a:prstGeom>
          <a:noFill/>
        </p:spPr>
        <p:txBody>
          <a:bodyPr wrap="square">
            <a:spAutoFit/>
          </a:bodyPr>
          <a:lstStyle/>
          <a:p>
            <a:pPr algn="l">
              <a:spcAft>
                <a:spcPts val="400"/>
              </a:spcAft>
            </a:pPr>
            <a:r>
              <a:rPr sz="1300" b="0" dirty="0">
                <a:solidFill>
                  <a:srgbClr val="555555"/>
                </a:solidFill>
              </a:rPr>
              <a:t>bundle-pathology-multitest-1</a:t>
            </a:r>
          </a:p>
          <a:p>
            <a:pPr algn="l">
              <a:spcAft>
                <a:spcPts val="400"/>
              </a:spcAft>
            </a:pPr>
            <a:r>
              <a:rPr sz="1300" b="0" dirty="0">
                <a:solidFill>
                  <a:srgbClr val="555555"/>
                </a:solidFill>
              </a:rPr>
              <a:t>Patient: Remedios Belger</a:t>
            </a:r>
          </a:p>
          <a:p>
            <a:pPr algn="l">
              <a:spcAft>
                <a:spcPts val="400"/>
              </a:spcAft>
            </a:pPr>
            <a:r>
              <a:rPr sz="1300" b="0" dirty="0">
                <a:solidFill>
                  <a:srgbClr val="555555"/>
                </a:solidFill>
              </a:rPr>
              <a:t>Placer: </a:t>
            </a:r>
            <a:r>
              <a:rPr sz="1300" b="0" dirty="0" err="1">
                <a:solidFill>
                  <a:srgbClr val="555555"/>
                </a:solidFill>
              </a:rPr>
              <a:t>Elimbah</a:t>
            </a:r>
            <a:r>
              <a:rPr sz="1300" b="0" dirty="0">
                <a:solidFill>
                  <a:srgbClr val="555555"/>
                </a:solidFill>
              </a:rPr>
              <a:t> Medical Centre</a:t>
            </a:r>
          </a:p>
          <a:p>
            <a:pPr algn="l">
              <a:spcAft>
                <a:spcPts val="400"/>
              </a:spcAft>
            </a:pPr>
            <a:r>
              <a:rPr sz="1300" b="0" dirty="0">
                <a:solidFill>
                  <a:srgbClr val="555555"/>
                </a:solidFill>
              </a:rPr>
              <a:t>Obstetrician: Sallie Losch</a:t>
            </a:r>
          </a:p>
          <a:p>
            <a:pPr algn="l">
              <a:spcAft>
                <a:spcPts val="400"/>
              </a:spcAft>
            </a:pPr>
            <a:r>
              <a:rPr sz="1300" b="0" dirty="0">
                <a:solidFill>
                  <a:srgbClr val="555555"/>
                </a:solidFill>
              </a:rPr>
              <a:t>Filler: </a:t>
            </a:r>
            <a:r>
              <a:rPr sz="1300" b="0" dirty="0" err="1">
                <a:solidFill>
                  <a:srgbClr val="555555"/>
                </a:solidFill>
              </a:rPr>
              <a:t>Kioma</a:t>
            </a:r>
            <a:r>
              <a:rPr sz="1300" b="0" dirty="0">
                <a:solidFill>
                  <a:srgbClr val="555555"/>
                </a:solidFill>
              </a:rPr>
              <a:t> Pathology</a:t>
            </a:r>
          </a:p>
          <a:p>
            <a:pPr algn="l">
              <a:spcAft>
                <a:spcPts val="400"/>
              </a:spcAft>
            </a:pPr>
            <a:r>
              <a:rPr sz="1300" b="0" dirty="0">
                <a:solidFill>
                  <a:srgbClr val="555555"/>
                </a:solidFill>
              </a:rPr>
              <a:t>4 </a:t>
            </a:r>
            <a:r>
              <a:rPr sz="1300" b="0" dirty="0" err="1">
                <a:solidFill>
                  <a:srgbClr val="555555"/>
                </a:solidFill>
              </a:rPr>
              <a:t>ServiceRequests</a:t>
            </a:r>
            <a:r>
              <a:rPr sz="1300" b="0" dirty="0">
                <a:solidFill>
                  <a:srgbClr val="555555"/>
                </a:solidFill>
              </a:rPr>
              <a:t>:</a:t>
            </a:r>
          </a:p>
          <a:p>
            <a:pPr algn="l">
              <a:spcAft>
                <a:spcPts val="400"/>
              </a:spcAft>
            </a:pPr>
            <a:r>
              <a:rPr sz="1300" b="0" dirty="0">
                <a:solidFill>
                  <a:srgbClr val="555555"/>
                </a:solidFill>
              </a:rPr>
              <a:t>  • Blood Group + Antibody Screen</a:t>
            </a:r>
          </a:p>
          <a:p>
            <a:pPr algn="l">
              <a:spcAft>
                <a:spcPts val="400"/>
              </a:spcAft>
            </a:pPr>
            <a:r>
              <a:rPr sz="1300" b="0" dirty="0">
                <a:solidFill>
                  <a:srgbClr val="555555"/>
                </a:solidFill>
              </a:rPr>
              <a:t>  • Glucose</a:t>
            </a:r>
          </a:p>
          <a:p>
            <a:pPr algn="l">
              <a:spcAft>
                <a:spcPts val="400"/>
              </a:spcAft>
            </a:pPr>
            <a:r>
              <a:rPr sz="1300" b="0" dirty="0">
                <a:solidFill>
                  <a:srgbClr val="555555"/>
                </a:solidFill>
              </a:rPr>
              <a:t>  • Iron Studies</a:t>
            </a:r>
          </a:p>
          <a:p>
            <a:pPr algn="l">
              <a:spcAft>
                <a:spcPts val="400"/>
              </a:spcAft>
            </a:pPr>
            <a:r>
              <a:rPr sz="1300" b="0" dirty="0">
                <a:solidFill>
                  <a:srgbClr val="555555"/>
                </a:solidFill>
              </a:rPr>
              <a:t>  • Urine MCS</a:t>
            </a:r>
          </a:p>
          <a:p>
            <a:pPr algn="l">
              <a:spcAft>
                <a:spcPts val="400"/>
              </a:spcAft>
            </a:pPr>
            <a:r>
              <a:rPr sz="1300" b="0" dirty="0">
                <a:solidFill>
                  <a:srgbClr val="555555"/>
                </a:solidFill>
              </a:rPr>
              <a:t>1 Task Group + 4 Task DRs</a:t>
            </a:r>
          </a:p>
          <a:p>
            <a:pPr algn="l">
              <a:spcAft>
                <a:spcPts val="400"/>
              </a:spcAft>
            </a:pPr>
            <a:r>
              <a:rPr sz="1300" b="0" dirty="0">
                <a:solidFill>
                  <a:srgbClr val="555555"/>
                </a:solidFill>
              </a:rPr>
              <a:t>Encounter (obstetric clinic)</a:t>
            </a:r>
          </a:p>
          <a:p>
            <a:pPr algn="l">
              <a:spcAft>
                <a:spcPts val="400"/>
              </a:spcAft>
            </a:pPr>
            <a:r>
              <a:rPr sz="1300" b="0" dirty="0">
                <a:solidFill>
                  <a:srgbClr val="555555"/>
                </a:solidFill>
              </a:rPr>
              <a:t>Method: plain POST (create new) for all entries</a:t>
            </a:r>
            <a:r>
              <a:rPr sz="1300" b="0" dirty="0" err="1">
                <a:solidFill>
                  <a:srgbClr val="555555"/>
                </a:solidFill>
              </a:rPr>
              <a:t/>
            </a:r>
            <a:r>
              <a:rPr sz="1300" b="0" dirty="0">
                <a:solidFill>
                  <a:srgbClr val="555555"/>
                </a:solidFill>
              </a:rPr>
              <a:t/>
            </a:r>
          </a:p>
          <a:p>
            <a:pPr algn="l">
              <a:spcAft>
                <a:spcPts val="400"/>
              </a:spcAft>
            </a:pPr>
            <a:r>
              <a:rPr sz="1300" b="0" dirty="0">
                <a:solidFill>
                  <a:srgbClr val="555555"/>
                </a:solidFill>
              </a:rPr>
              <a:t>15 entries total</a:t>
            </a:r>
          </a:p>
        </p:txBody>
      </p:sp>
      <p:sp>
        <p:nvSpPr>
          <p:cNvPr id="9" name="TextBox 8">
            <a:extLst>
              <a:ext uri="{FF2B5EF4-FFF2-40B4-BE49-F238E27FC236}">
                <a16:creationId xmlns:a16="http://schemas.microsoft.com/office/drawing/2014/main" id="{CC198E4E-16D6-8C7F-CB4B-5B64C0FCBD7D}"/>
              </a:ext>
            </a:extLst>
          </p:cNvPr>
          <p:cNvSpPr txBox="1"/>
          <p:nvPr/>
        </p:nvSpPr>
        <p:spPr>
          <a:xfrm>
            <a:off x="4297680" y="1691640"/>
            <a:ext cx="3611880" cy="4114800"/>
          </a:xfrm>
          <a:prstGeom prst="rect">
            <a:avLst/>
          </a:prstGeom>
          <a:noFill/>
        </p:spPr>
        <p:txBody>
          <a:bodyPr wrap="square">
            <a:spAutoFit/>
          </a:bodyPr>
          <a:lstStyle/>
          <a:p>
            <a:pPr algn="l">
              <a:spcAft>
                <a:spcPts val="400"/>
              </a:spcAft>
            </a:pPr>
            <a:r>
              <a:rPr sz="1300" b="0">
                <a:solidFill>
                  <a:srgbClr val="555555"/>
                </a:solidFill>
              </a:rPr>
              <a:t>bundle-imaging-1</a:t>
            </a:r>
          </a:p>
          <a:p>
            <a:pPr algn="l">
              <a:spcAft>
                <a:spcPts val="400"/>
              </a:spcAft>
            </a:pPr>
            <a:r>
              <a:rPr sz="1300" b="0">
                <a:solidFill>
                  <a:srgbClr val="555555"/>
                </a:solidFill>
              </a:rPr>
              <a:t>Patient: Fred Roberts</a:t>
            </a:r>
          </a:p>
          <a:p>
            <a:pPr algn="l">
              <a:spcAft>
                <a:spcPts val="400"/>
              </a:spcAft>
            </a:pPr>
            <a:r>
              <a:rPr sz="1300" b="0">
                <a:solidFill>
                  <a:srgbClr val="555555"/>
                </a:solidFill>
              </a:rPr>
              <a:t>Placer: Elimbah Medical Centre</a:t>
            </a:r>
          </a:p>
          <a:p>
            <a:pPr algn="l">
              <a:spcAft>
                <a:spcPts val="400"/>
              </a:spcAft>
            </a:pPr>
            <a:r>
              <a:rPr sz="1300" b="0">
                <a:solidFill>
                  <a:srgbClr val="555555"/>
                </a:solidFill>
              </a:rPr>
              <a:t>GP: Jarred Guthridge</a:t>
            </a:r>
          </a:p>
          <a:p>
            <a:pPr algn="l">
              <a:spcAft>
                <a:spcPts val="400"/>
              </a:spcAft>
            </a:pPr>
            <a:r>
              <a:rPr sz="1300" b="0">
                <a:solidFill>
                  <a:srgbClr val="555555"/>
                </a:solidFill>
              </a:rPr>
              <a:t>Filler: Mount Charlton Radiology</a:t>
            </a:r>
          </a:p>
          <a:p>
            <a:pPr algn="l">
              <a:spcAft>
                <a:spcPts val="400"/>
              </a:spcAft>
            </a:pPr>
            <a:r>
              <a:rPr sz="1300" b="0">
                <a:solidFill>
                  <a:srgbClr val="555555"/>
                </a:solidFill>
              </a:rPr>
              <a:t>1 ServiceRequest — Chest X-ray</a:t>
            </a:r>
          </a:p>
          <a:p>
            <a:pPr algn="l">
              <a:spcAft>
                <a:spcPts val="400"/>
              </a:spcAft>
            </a:pPr>
            <a:r>
              <a:rPr sz="1300" b="0">
                <a:solidFill>
                  <a:srgbClr val="555555"/>
                </a:solidFill>
              </a:rPr>
              <a:t>1 Task Group + 1 Task DR</a:t>
            </a:r>
          </a:p>
          <a:p>
            <a:pPr algn="l">
              <a:spcAft>
                <a:spcPts val="400"/>
              </a:spcAft>
            </a:pPr>
            <a:r>
              <a:rPr sz="1300" b="0">
                <a:solidFill>
                  <a:srgbClr val="555555"/>
                </a:solidFill>
              </a:rPr>
              <a:t>Encounter, Coverage (concession)</a:t>
            </a:r>
          </a:p>
          <a:p>
            <a:pPr algn="l">
              <a:spcAft>
                <a:spcPts val="400"/>
              </a:spcAft>
            </a:pPr>
            <a:r>
              <a:rPr sz="1300" b="0">
                <a:solidFill>
                  <a:srgbClr val="555555"/>
                </a:solidFill>
              </a:rPr>
              <a:t>Method: plain POST (create new) for all entries</a:t>
            </a:r>
          </a:p>
          <a:p>
            <a:pPr algn="l">
              <a:spcAft>
                <a:spcPts val="400"/>
              </a:spcAft>
            </a:pPr>
            <a:r>
              <a:rPr sz="1300" b="0">
                <a:solidFill>
                  <a:srgbClr val="555555"/>
                </a:solidFill>
              </a:rPr>
              <a:t>10 entries total</a:t>
            </a:r>
          </a:p>
        </p:txBody>
      </p:sp>
      <p:sp>
        <p:nvSpPr>
          <p:cNvPr id="10" name="TextBox 9">
            <a:extLst>
              <a:ext uri="{FF2B5EF4-FFF2-40B4-BE49-F238E27FC236}">
                <a16:creationId xmlns:a16="http://schemas.microsoft.com/office/drawing/2014/main" id="{1ACE4D83-3B2F-E749-64F1-920113358521}"/>
              </a:ext>
            </a:extLst>
          </p:cNvPr>
          <p:cNvSpPr txBox="1"/>
          <p:nvPr/>
        </p:nvSpPr>
        <p:spPr>
          <a:xfrm>
            <a:off x="457200" y="6097202"/>
            <a:ext cx="11247120" cy="457200"/>
          </a:xfrm>
          <a:prstGeom prst="rect">
            <a:avLst/>
          </a:prstGeom>
          <a:noFill/>
        </p:spPr>
        <p:txBody>
          <a:bodyPr wrap="square">
            <a:spAutoFit/>
          </a:bodyPr>
          <a:lstStyle/>
          <a:p>
            <a:pPr algn="l">
              <a:spcAft>
                <a:spcPts val="400"/>
              </a:spcAft>
            </a:pPr>
            <a:r>
              <a:rPr sz="1300" b="0" dirty="0">
                <a:solidFill>
                  <a:srgbClr val="555555"/>
                </a:solidFill>
              </a:rPr>
              <a:t>Examples reuse data from existing IG resources; references rewritten to urn:uuid form. The basic examples use plain POST; the PUT example shows conditional update of the Organization only.</a:t>
            </a:r>
            <a:r>
              <a:rPr sz="1300" b="0" dirty="0" err="1">
                <a:solidFill>
                  <a:srgbClr val="555555"/>
                </a:solidFill>
              </a:rPr>
              <a:t/>
            </a:r>
            <a:r>
              <a:rPr sz="1300" b="0" dirty="0">
                <a:solidFill>
                  <a:srgbClr val="555555"/>
                </a:solidFill>
              </a:rPr>
              <a:t/>
            </a:r>
          </a:p>
        </p:txBody>
      </p:sp>
      <p:sp>
        <p:nvSpPr>
          <p:cNvPr id="11" name="Rectangle 10">
            <a:extLst>
              <a:ext uri="{FF2B5EF4-FFF2-40B4-BE49-F238E27FC236}">
                <a16:creationId xmlns:a16="http://schemas.microsoft.com/office/drawing/2014/main" id="{17913D64-B950-4234-7C34-9EC388BBE7D0}"/>
              </a:ext>
            </a:extLst>
          </p:cNvPr>
          <p:cNvSpPr/>
          <p:nvPr/>
        </p:nvSpPr>
        <p:spPr>
          <a:xfrm>
            <a:off x="7955280" y="1097280"/>
            <a:ext cx="3611880" cy="457200"/>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sz="1800" b="1">
                <a:solidFill>
                  <a:srgbClr val="FFFFFF"/>
                </a:solidFill>
              </a:rPr>
              <a:t>Imaging — PUT</a:t>
            </a:r>
          </a:p>
        </p:txBody>
      </p:sp>
      <p:sp>
        <p:nvSpPr>
          <p:cNvPr id="12" name="TextBox 11">
            <a:extLst>
              <a:ext uri="{FF2B5EF4-FFF2-40B4-BE49-F238E27FC236}">
                <a16:creationId xmlns:a16="http://schemas.microsoft.com/office/drawing/2014/main" id="{E79470A8-6459-D96B-7BA5-3D15B99DDC39}"/>
              </a:ext>
            </a:extLst>
          </p:cNvPr>
          <p:cNvSpPr txBox="1"/>
          <p:nvPr/>
        </p:nvSpPr>
        <p:spPr>
          <a:xfrm>
            <a:off x="8046720" y="1691640"/>
            <a:ext cx="3611880" cy="4114800"/>
          </a:xfrm>
          <a:prstGeom prst="rect">
            <a:avLst/>
          </a:prstGeom>
          <a:noFill/>
        </p:spPr>
        <p:txBody>
          <a:bodyPr wrap="square">
            <a:spAutoFit/>
          </a:bodyPr>
          <a:lstStyle/>
          <a:p>
            <a:pPr algn="l"/>
            <a:r>
              <a:rPr sz="1300">
                <a:solidFill>
                  <a:srgbClr val="555555"/>
                </a:solidFill>
              </a:rPr>
              <a:t>bundle-imaging-put-1</a:t>
            </a:r>
          </a:p>
          <a:p>
            <a:pPr algn="l">
              <a:spcAft>
                <a:spcPts val="400"/>
              </a:spcAft>
            </a:pPr>
            <a:r>
              <a:rPr sz="1300">
                <a:solidFill>
                  <a:srgbClr val="555555"/>
                </a:solidFill>
              </a:rPr>
              <a:t>Same scenario as Imaging — POST</a:t>
            </a:r>
          </a:p>
          <a:p>
            <a:pPr algn="l">
              <a:spcAft>
                <a:spcPts val="400"/>
              </a:spcAft>
            </a:pPr>
            <a:r>
              <a:rPr sz="1300">
                <a:solidFill>
                  <a:srgbClr val="555555"/>
                </a:solidFill>
              </a:rPr>
              <a:t>Same patient, placer, filler, encounter</a:t>
            </a:r>
          </a:p>
          <a:p>
            <a:pPr algn="l">
              <a:spcAft>
                <a:spcPts val="400"/>
              </a:spcAft>
            </a:pPr>
            <a:r>
              <a:rPr sz="1300">
                <a:solidFill>
                  <a:srgbClr val="555555"/>
                </a:solidFill>
              </a:rPr>
              <a:t>1 ServiceRequest — Chest X-ray</a:t>
            </a:r>
          </a:p>
          <a:p>
            <a:pPr algn="l">
              <a:spcAft>
                <a:spcPts val="400"/>
              </a:spcAft>
            </a:pPr>
            <a:r>
              <a:rPr sz="1300">
                <a:solidFill>
                  <a:srgbClr val="555555"/>
                </a:solidFill>
              </a:rPr>
              <a:t>1 Task Group + 1 Task DR</a:t>
            </a:r>
          </a:p>
          <a:p>
            <a:pPr algn="l">
              <a:spcAft>
                <a:spcPts val="400"/>
              </a:spcAft>
            </a:pPr>
            <a:r>
              <a:rPr sz="1300">
                <a:solidFill>
                  <a:srgbClr val="555555"/>
                </a:solidFill>
              </a:rPr>
              <a:t>Encounter, Coverage (concession)</a:t>
            </a:r>
          </a:p>
          <a:p>
            <a:pPr algn="l">
              <a:spcAft>
                <a:spcPts val="400"/>
              </a:spcAft>
            </a:pPr>
            <a:r>
              <a:rPr sz="1300">
                <a:solidFill>
                  <a:srgbClr val="555555"/>
                </a:solidFill>
              </a:rPr>
              <a:t>Method: PUT (conditional update) for the Organization only; other entries plain POST</a:t>
            </a:r>
          </a:p>
          <a:p>
            <a:pPr algn="l">
              <a:spcAft>
                <a:spcPts val="400"/>
              </a:spcAft>
            </a:pPr>
            <a:r>
              <a:rPr sz="1300">
                <a:solidFill>
                  <a:srgbClr val="555555"/>
                </a:solidFill>
              </a:rPr>
              <a:t>Updating the shared Organization affects every other request that references it, not just this one</a:t>
            </a:r>
          </a:p>
          <a:p>
            <a:pPr algn="l">
              <a:spcAft>
                <a:spcPts val="400"/>
              </a:spcAft>
            </a:pPr>
            <a:r>
              <a:rPr sz="1300">
                <a:solidFill>
                  <a:srgbClr val="555555"/>
                </a:solidFill>
              </a:rPr>
              <a:t>10 entries total</a:t>
            </a:r>
          </a:p>
        </p:txBody>
      </p:sp>
    </p:spTree>
    <p:extLst>
      <p:ext uri="{BB962C8B-B14F-4D97-AF65-F5344CB8AC3E}">
        <p14:creationId xmlns:p14="http://schemas.microsoft.com/office/powerpoint/2010/main" val="3156889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763A4-B6E3-F592-B0F1-5505D54615A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B5AFC2-D408-271E-02F3-D3DBE1B0E094}"/>
              </a:ext>
            </a:extLst>
          </p:cNvPr>
          <p:cNvSpPr>
            <a:spLocks noGrp="1"/>
          </p:cNvSpPr>
          <p:nvPr>
            <p:ph type="sldNum" sz="quarter" idx="12"/>
          </p:nvPr>
        </p:nvSpPr>
        <p:spPr/>
        <p:txBody>
          <a:bodyPr/>
          <a:lstStyle/>
          <a:p>
            <a:fld id="{294A09A9-5501-47C1-A89A-A340965A2BE2}" type="slidenum">
              <a:rPr lang="en-US" smtClean="0"/>
              <a:pPr/>
              <a:t>8</a:t>
            </a:fld>
            <a:endParaRPr lang="en-US" dirty="0"/>
          </a:p>
        </p:txBody>
      </p:sp>
      <p:sp>
        <p:nvSpPr>
          <p:cNvPr id="5" name="Title 4">
            <a:extLst>
              <a:ext uri="{FF2B5EF4-FFF2-40B4-BE49-F238E27FC236}">
                <a16:creationId xmlns:a16="http://schemas.microsoft.com/office/drawing/2014/main" id="{C41AE466-F4C2-20E5-8749-ED0130844528}"/>
              </a:ext>
            </a:extLst>
          </p:cNvPr>
          <p:cNvSpPr>
            <a:spLocks noGrp="1"/>
          </p:cNvSpPr>
          <p:nvPr>
            <p:ph type="title"/>
          </p:nvPr>
        </p:nvSpPr>
        <p:spPr>
          <a:xfrm>
            <a:off x="916016" y="136525"/>
            <a:ext cx="8447439" cy="1074828"/>
          </a:xfrm>
        </p:spPr>
        <p:txBody>
          <a:bodyPr>
            <a:normAutofit/>
          </a:bodyPr>
          <a:lstStyle/>
          <a:p>
            <a:r>
              <a:rPr lang="en-US" dirty="0"/>
              <a:t>Issues for discussion</a:t>
            </a:r>
          </a:p>
        </p:txBody>
      </p:sp>
      <p:sp>
        <p:nvSpPr>
          <p:cNvPr id="2" name="TextBox 1">
            <a:extLst>
              <a:ext uri="{FF2B5EF4-FFF2-40B4-BE49-F238E27FC236}">
                <a16:creationId xmlns:a16="http://schemas.microsoft.com/office/drawing/2014/main" id="{A763CE22-53E6-C015-A50A-14EFA104F4F3}"/>
              </a:ext>
            </a:extLst>
          </p:cNvPr>
          <p:cNvSpPr txBox="1"/>
          <p:nvPr/>
        </p:nvSpPr>
        <p:spPr>
          <a:xfrm>
            <a:off x="457200" y="960120"/>
            <a:ext cx="11247120" cy="548640"/>
          </a:xfrm>
          <a:prstGeom prst="rect">
            <a:avLst/>
          </a:prstGeom>
          <a:noFill/>
        </p:spPr>
        <p:txBody>
          <a:bodyPr wrap="square">
            <a:spAutoFit/>
          </a:bodyPr>
          <a:lstStyle/>
          <a:p>
            <a:pPr algn="ctr"/>
            <a:r>
              <a:rPr sz="1600" b="0">
                <a:solidFill>
                  <a:srgbClr val="555555"/>
                </a:solidFill>
              </a:rPr>
              <a:t>The proposal is implementable today, but several decisions warrant the group's input before adoption.</a:t>
            </a:r>
          </a:p>
        </p:txBody>
      </p:sp>
      <p:sp>
        <p:nvSpPr>
          <p:cNvPr id="3" name="TextBox 2">
            <a:extLst>
              <a:ext uri="{FF2B5EF4-FFF2-40B4-BE49-F238E27FC236}">
                <a16:creationId xmlns:a16="http://schemas.microsoft.com/office/drawing/2014/main" id="{F4A59E48-42B6-AF07-A011-B422449C5730}"/>
              </a:ext>
            </a:extLst>
          </p:cNvPr>
          <p:cNvSpPr txBox="1"/>
          <p:nvPr/>
        </p:nvSpPr>
        <p:spPr>
          <a:xfrm>
            <a:off x="640080" y="1554480"/>
            <a:ext cx="10972800" cy="5120640"/>
          </a:xfrm>
          <a:prstGeom prst="rect">
            <a:avLst/>
          </a:prstGeom>
          <a:noFill/>
        </p:spPr>
        <p:txBody>
          <a:bodyPr wrap="square">
            <a:spAutoFit/>
          </a:bodyPr>
          <a:lstStyle/>
          <a:p>
            <a:pPr algn="l">
              <a:spcAft>
                <a:spcPts val="800"/>
              </a:spcAft>
            </a:pPr>
            <a:r>
              <a:rPr sz="1900" b="1" dirty="0">
                <a:solidFill>
                  <a:srgbClr val="1F3A5F"/>
                </a:solidFill>
              </a:rPr>
              <a:t>■  Bundle entry methods — POST, conditional POST, and PUT</a:t>
            </a:r>
          </a:p>
          <a:p>
            <a:pPr algn="l">
              <a:spcAft>
                <a:spcPts val="800"/>
              </a:spcAft>
            </a:pPr>
            <a:r>
              <a:rPr sz="1900" b="1" dirty="0">
                <a:solidFill>
                  <a:srgbClr val="1F3A5F"/>
                </a:solidFill>
              </a:rPr>
              <a:t>■  Bundle slicing tooling support</a:t>
            </a:r>
          </a:p>
          <a:p>
            <a:pPr algn="l">
              <a:spcAft>
                <a:spcPts val="800"/>
              </a:spcAft>
            </a:pPr>
            <a:r>
              <a:rPr sz="1900" b="1" dirty="0">
                <a:solidFill>
                  <a:srgbClr val="1F3A5F"/>
                </a:solidFill>
              </a:rPr>
              <a:t>■  Referential vs semantic integrity</a:t>
            </a:r>
          </a:p>
          <a:p>
            <a:pPr algn="l">
              <a:spcAft>
                <a:spcPts val="800"/>
              </a:spcAft>
            </a:pPr>
            <a:r>
              <a:rPr sz="1900" b="1" dirty="0">
                <a:solidFill>
                  <a:srgbClr val="1F3A5F"/>
                </a:solidFill>
              </a:rPr>
              <a:t>■  Readability and example coverage</a:t>
            </a:r>
          </a:p>
          <a:p>
            <a:pPr algn="l">
              <a:spcAft>
                <a:spcPts val="800"/>
              </a:spcAft>
            </a:pPr>
            <a:r>
              <a:rPr sz="1900" b="1" dirty="0">
                <a:solidFill>
                  <a:srgbClr val="1F3A5F"/>
                </a:solidFill>
              </a:rPr>
              <a:t>■  </a:t>
            </a:r>
            <a:r>
              <a:rPr sz="1900" b="1" dirty="0" err="1">
                <a:solidFill>
                  <a:srgbClr val="1F3A5F"/>
                </a:solidFill>
              </a:rPr>
              <a:t>CommunicationRequest</a:t>
            </a:r>
            <a:r>
              <a:rPr sz="1900" b="1" dirty="0">
                <a:solidFill>
                  <a:srgbClr val="1F3A5F"/>
                </a:solidFill>
              </a:rPr>
              <a:t> constraint level</a:t>
            </a:r>
          </a:p>
        </p:txBody>
      </p:sp>
    </p:spTree>
    <p:extLst>
      <p:ext uri="{BB962C8B-B14F-4D97-AF65-F5344CB8AC3E}">
        <p14:creationId xmlns:p14="http://schemas.microsoft.com/office/powerpoint/2010/main" val="3536028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92A5A-8818-3F50-5BEC-853115A4DAF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486BFB-13D5-B1F6-82AE-3E4E827A25CA}"/>
              </a:ext>
            </a:extLst>
          </p:cNvPr>
          <p:cNvSpPr>
            <a:spLocks noGrp="1"/>
          </p:cNvSpPr>
          <p:nvPr>
            <p:ph type="sldNum" sz="quarter" idx="12"/>
          </p:nvPr>
        </p:nvSpPr>
        <p:spPr/>
        <p:txBody>
          <a:bodyPr/>
          <a:lstStyle/>
          <a:p>
            <a:fld id="{294A09A9-5501-47C1-A89A-A340965A2BE2}" type="slidenum">
              <a:rPr lang="en-US" smtClean="0"/>
              <a:pPr/>
              <a:t>9</a:t>
            </a:fld>
            <a:endParaRPr lang="en-US" dirty="0"/>
          </a:p>
        </p:txBody>
      </p:sp>
      <p:sp>
        <p:nvSpPr>
          <p:cNvPr id="5" name="Title 4">
            <a:extLst>
              <a:ext uri="{FF2B5EF4-FFF2-40B4-BE49-F238E27FC236}">
                <a16:creationId xmlns:a16="http://schemas.microsoft.com/office/drawing/2014/main" id="{B6F298AC-1A33-5E60-6E2C-59104991B64D}"/>
              </a:ext>
            </a:extLst>
          </p:cNvPr>
          <p:cNvSpPr>
            <a:spLocks noGrp="1"/>
          </p:cNvSpPr>
          <p:nvPr>
            <p:ph type="title"/>
          </p:nvPr>
        </p:nvSpPr>
        <p:spPr>
          <a:xfrm>
            <a:off x="916016" y="136525"/>
            <a:ext cx="8447439" cy="1074828"/>
          </a:xfrm>
        </p:spPr>
        <p:txBody>
          <a:bodyPr>
            <a:normAutofit/>
          </a:bodyPr>
          <a:lstStyle/>
          <a:p>
            <a:r>
              <a:rPr lang="en-US" sz="2800" dirty="0"/>
              <a:t>Issue 1 – Bundle entry methods</a:t>
            </a:r>
          </a:p>
        </p:txBody>
      </p:sp>
      <p:sp>
        <p:nvSpPr>
          <p:cNvPr id="2" name="TextBox 1">
            <a:extLst>
              <a:ext uri="{FF2B5EF4-FFF2-40B4-BE49-F238E27FC236}">
                <a16:creationId xmlns:a16="http://schemas.microsoft.com/office/drawing/2014/main" id="{0362A114-BAE1-94A3-EF95-729D5F593F90}"/>
              </a:ext>
            </a:extLst>
          </p:cNvPr>
          <p:cNvSpPr txBox="1"/>
          <p:nvPr/>
        </p:nvSpPr>
        <p:spPr>
          <a:xfrm>
            <a:off x="457200" y="1005840"/>
            <a:ext cx="11247120" cy="411480"/>
          </a:xfrm>
          <a:prstGeom prst="rect">
            <a:avLst/>
          </a:prstGeom>
          <a:noFill/>
        </p:spPr>
        <p:txBody>
          <a:bodyPr wrap="square">
            <a:spAutoFit/>
          </a:bodyPr>
          <a:lstStyle/>
          <a:p>
            <a:pPr algn="l"/>
            <a:r>
              <a:rPr sz="1600" b="1">
                <a:solidFill>
                  <a:srgbClr val="1F3A5F"/>
                </a:solidFill>
              </a:rPr>
              <a:t>Why it matters</a:t>
            </a:r>
          </a:p>
        </p:txBody>
      </p:sp>
      <p:sp>
        <p:nvSpPr>
          <p:cNvPr id="3" name="TextBox 2">
            <a:extLst>
              <a:ext uri="{FF2B5EF4-FFF2-40B4-BE49-F238E27FC236}">
                <a16:creationId xmlns:a16="http://schemas.microsoft.com/office/drawing/2014/main" id="{F160976D-7832-3B6F-ED4C-0E9B76A3F2B0}"/>
              </a:ext>
            </a:extLst>
          </p:cNvPr>
          <p:cNvSpPr txBox="1"/>
          <p:nvPr/>
        </p:nvSpPr>
        <p:spPr>
          <a:xfrm>
            <a:off x="457200" y="1417320"/>
            <a:ext cx="11247120" cy="1097280"/>
          </a:xfrm>
          <a:prstGeom prst="rect">
            <a:avLst/>
          </a:prstGeom>
          <a:noFill/>
        </p:spPr>
        <p:txBody>
          <a:bodyPr wrap="square">
            <a:spAutoFit/>
          </a:bodyPr>
          <a:lstStyle/>
          <a:p>
            <a:pPr algn="l">
              <a:spcAft>
                <a:spcPts val="800"/>
              </a:spcAft>
            </a:pPr>
            <a:r>
              <a:rPr sz="1500" b="0" dirty="0">
                <a:solidFill>
                  <a:srgbClr val="555555"/>
                </a:solidFill>
              </a:rPr>
              <a:t>FHIR transactions support several methods for creating or referencing resources. Workflow resources are always POST. For actor resources the group's direction is plain POST by default, with conditional create or conditional update as optional patterns.</a:t>
            </a:r>
            <a:r>
              <a:rPr sz="1500" b="0" dirty="0" err="1">
                <a:solidFill>
                  <a:srgbClr val="555555"/>
                </a:solidFill>
              </a:rPr>
              <a:t/>
            </a:r>
            <a:r>
              <a:rPr sz="1500" b="0" dirty="0">
                <a:solidFill>
                  <a:srgbClr val="555555"/>
                </a:solidFill>
              </a:rPr>
              <a:t/>
            </a:r>
          </a:p>
        </p:txBody>
      </p:sp>
      <p:sp>
        <p:nvSpPr>
          <p:cNvPr id="6" name="TextBox 5">
            <a:extLst>
              <a:ext uri="{FF2B5EF4-FFF2-40B4-BE49-F238E27FC236}">
                <a16:creationId xmlns:a16="http://schemas.microsoft.com/office/drawing/2014/main" id="{0D8944DE-02CD-26B1-308F-7CA77515B614}"/>
              </a:ext>
            </a:extLst>
          </p:cNvPr>
          <p:cNvSpPr txBox="1"/>
          <p:nvPr/>
        </p:nvSpPr>
        <p:spPr>
          <a:xfrm>
            <a:off x="457200" y="2743200"/>
            <a:ext cx="11247120" cy="411480"/>
          </a:xfrm>
          <a:prstGeom prst="rect">
            <a:avLst/>
          </a:prstGeom>
          <a:noFill/>
        </p:spPr>
        <p:txBody>
          <a:bodyPr wrap="square">
            <a:spAutoFit/>
          </a:bodyPr>
          <a:lstStyle/>
          <a:p>
            <a:pPr algn="l"/>
            <a:r>
              <a:rPr sz="1600" b="1">
                <a:solidFill>
                  <a:srgbClr val="1F3A5F"/>
                </a:solidFill>
              </a:rPr>
              <a:t>Options</a:t>
            </a:r>
          </a:p>
        </p:txBody>
      </p:sp>
      <p:sp>
        <p:nvSpPr>
          <p:cNvPr id="7" name="TextBox 6">
            <a:extLst>
              <a:ext uri="{FF2B5EF4-FFF2-40B4-BE49-F238E27FC236}">
                <a16:creationId xmlns:a16="http://schemas.microsoft.com/office/drawing/2014/main" id="{4D956062-2651-ACBC-2A31-D49AFF3DE526}"/>
              </a:ext>
            </a:extLst>
          </p:cNvPr>
          <p:cNvSpPr txBox="1"/>
          <p:nvPr/>
        </p:nvSpPr>
        <p:spPr>
          <a:xfrm>
            <a:off x="640080" y="3200400"/>
            <a:ext cx="10972800" cy="2377440"/>
          </a:xfrm>
          <a:prstGeom prst="rect">
            <a:avLst/>
          </a:prstGeom>
          <a:noFill/>
        </p:spPr>
        <p:txBody>
          <a:bodyPr wrap="square">
            <a:spAutoFit/>
          </a:bodyPr>
          <a:lstStyle/>
          <a:p>
            <a:pPr algn="l">
              <a:spcAft>
                <a:spcPts val="800"/>
              </a:spcAft>
            </a:pPr>
            <a:r>
              <a:rPr sz="1400" b="0">
                <a:solidFill>
                  <a:srgbClr val="555555"/>
                </a:solidFill>
              </a:rPr>
              <a:t>●  POST (unconditional) [default] — server assigns id; simplest, deterministic; may duplicate actors already on the server.</a:t>
            </a:r>
          </a:p>
          <a:p>
            <a:pPr algn="l">
              <a:spcAft>
                <a:spcPts val="800"/>
              </a:spcAft>
            </a:pPr>
            <a:r>
              <a:rPr sz="1400" b="0">
                <a:solidFill>
                  <a:srgbClr val="555555"/>
                </a:solidFill>
              </a:rPr>
              <a:t>●  POST + ifNoneExist (conditional create) — server only creates when no identifier match; needs a stable identifier known to the server.</a:t>
            </a:r>
          </a:p>
          <a:p>
            <a:pPr algn="l">
              <a:spcAft>
                <a:spcPts val="800"/>
              </a:spcAft>
            </a:pPr>
            <a:r>
              <a:rPr sz="1400" b="0">
                <a:solidFill>
                  <a:srgbClr val="555555"/>
                </a:solidFill>
              </a:rPr>
              <a:t>●  PUT (conditional update by identifier) — placer asserts a search match; useful when the actors are already known to exist on the server.</a:t>
            </a:r>
          </a:p>
          <a:p>
            <a:pPr algn="l">
              <a:spcAft>
                <a:spcPts val="800"/>
              </a:spcAft>
            </a:pPr>
            <a:r>
              <a:rPr sz="1400" b="0">
                <a:solidFill>
                  <a:srgbClr val="555555"/>
                </a:solidFill>
              </a:rPr>
              <a:t>●  Resolution — plain POST is the default for actor resources; conditional create/update remain optional patterns, not enforced by an invariant.</a:t>
            </a:r>
          </a:p>
        </p:txBody>
      </p:sp>
      <p:sp>
        <p:nvSpPr>
          <p:cNvPr id="8" name="Rounded Rectangle 7">
            <a:extLst>
              <a:ext uri="{FF2B5EF4-FFF2-40B4-BE49-F238E27FC236}">
                <a16:creationId xmlns:a16="http://schemas.microsoft.com/office/drawing/2014/main" id="{E60CC61E-7456-8D7C-4BB3-3EFA4C107010}"/>
              </a:ext>
            </a:extLst>
          </p:cNvPr>
          <p:cNvSpPr/>
          <p:nvPr/>
        </p:nvSpPr>
        <p:spPr>
          <a:xfrm>
            <a:off x="457200" y="5486400"/>
            <a:ext cx="11247120" cy="868680"/>
          </a:xfrm>
          <a:prstGeom prst="roundRect">
            <a:avLst/>
          </a:prstGeom>
          <a:solidFill>
            <a:srgbClr val="EEEEEE"/>
          </a:solidFill>
          <a:ln w="19050">
            <a:solidFill>
              <a:srgbClr val="C00000"/>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pPr algn="ctr"/>
            <a:r>
              <a:rPr sz="1400" b="1" dirty="0">
                <a:solidFill>
                  <a:schemeClr val="accent2"/>
                </a:solidFill>
              </a:rPr>
              <a:t>Implemented: Workflow entries (ServiceRequest, Task, Encounter, Coverage, DocumentReference, CommunicationRequest, Observation): POST only. Actor entries (Patient, Practitioner, PractitionerRole, Organization): plain POST by default; conditional create (POST + ifNoneExist) or conditional update (PUT) optional. Invariant au-ereq-bundle-05 removed — methods are now guidance only.</a:t>
            </a:r>
            <a:r>
              <a:rPr sz="1400" b="1" dirty="0">
                <a:solidFill>
                  <a:srgbClr val="2E86AB"/>
                </a:solidFill>
              </a:rPr>
              <a:t/>
            </a:r>
            <a:r>
              <a:rPr sz="1400" dirty="0">
                <a:solidFill>
                  <a:srgbClr val="555555"/>
                </a:solidFill>
              </a:rPr>
              <a:t/>
            </a:r>
            <a:r>
              <a:rPr sz="1400" dirty="0" err="1">
                <a:solidFill>
                  <a:srgbClr val="555555"/>
                </a:solidFill>
              </a:rPr>
              <a:t/>
            </a:r>
            <a:r>
              <a:rPr sz="1400" dirty="0">
                <a:solidFill>
                  <a:srgbClr val="555555"/>
                </a:solidFill>
              </a:rPr>
              <a:t/>
            </a:r>
            <a:r>
              <a:rPr sz="1400" dirty="0" err="1">
                <a:solidFill>
                  <a:srgbClr val="555555"/>
                </a:solidFill>
              </a:rPr>
              <a:t/>
            </a:r>
            <a:r>
              <a:rPr sz="1400" dirty="0">
                <a:solidFill>
                  <a:srgbClr val="555555"/>
                </a:solidFill>
              </a:rPr>
              <a:t/>
            </a:r>
            <a:r>
              <a:rPr sz="1400" dirty="0" err="1">
                <a:solidFill>
                  <a:srgbClr val="555555"/>
                </a:solidFill>
              </a:rPr>
              <a:t/>
            </a:r>
            <a:r>
              <a:rPr sz="1400" dirty="0">
                <a:solidFill>
                  <a:srgbClr val="555555"/>
                </a:solidFill>
              </a:rPr>
              <a:t/>
            </a:r>
            <a:r>
              <a:rPr sz="1400" dirty="0" err="1">
                <a:solidFill>
                  <a:srgbClr val="555555"/>
                </a:solidFill>
              </a:rPr>
              <a:t/>
            </a:r>
            <a:r>
              <a:rPr sz="1400" dirty="0">
                <a:solidFill>
                  <a:srgbClr val="555555"/>
                </a:solidFill>
              </a:rPr>
              <a:t/>
            </a:r>
          </a:p>
        </p:txBody>
      </p:sp>
    </p:spTree>
    <p:extLst>
      <p:ext uri="{BB962C8B-B14F-4D97-AF65-F5344CB8AC3E}">
        <p14:creationId xmlns:p14="http://schemas.microsoft.com/office/powerpoint/2010/main" val="1890765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2FCFE-4969-083F-D190-CD085CB2BD9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5614BC2-4EEC-23AB-C919-47188787F1EC}"/>
              </a:ext>
            </a:extLst>
          </p:cNvPr>
          <p:cNvSpPr>
            <a:spLocks noGrp="1"/>
          </p:cNvSpPr>
          <p:nvPr>
            <p:ph type="sldNum" sz="quarter" idx="12"/>
          </p:nvPr>
        </p:nvSpPr>
        <p:spPr/>
        <p:txBody>
          <a:bodyPr/>
          <a:lstStyle/>
          <a:p>
            <a:fld id="{294A09A9-5501-47C1-A89A-A340965A2BE2}" type="slidenum">
              <a:rPr lang="en-US" smtClean="0"/>
              <a:pPr/>
              <a:t>10</a:t>
            </a:fld>
            <a:endParaRPr lang="en-US" dirty="0"/>
          </a:p>
        </p:txBody>
      </p:sp>
      <p:sp>
        <p:nvSpPr>
          <p:cNvPr id="5" name="Title 4">
            <a:extLst>
              <a:ext uri="{FF2B5EF4-FFF2-40B4-BE49-F238E27FC236}">
                <a16:creationId xmlns:a16="http://schemas.microsoft.com/office/drawing/2014/main" id="{381C17A8-7A1D-59B1-7774-986563147F79}"/>
              </a:ext>
            </a:extLst>
          </p:cNvPr>
          <p:cNvSpPr>
            <a:spLocks noGrp="1"/>
          </p:cNvSpPr>
          <p:nvPr>
            <p:ph type="title"/>
          </p:nvPr>
        </p:nvSpPr>
        <p:spPr>
          <a:xfrm>
            <a:off x="916016" y="136525"/>
            <a:ext cx="9114392" cy="1074828"/>
          </a:xfrm>
        </p:spPr>
        <p:txBody>
          <a:bodyPr>
            <a:normAutofit/>
          </a:bodyPr>
          <a:lstStyle/>
          <a:p>
            <a:r>
              <a:rPr lang="en-US" sz="2800" dirty="0"/>
              <a:t>Issue 2 – Bundle slicing tooling support</a:t>
            </a:r>
          </a:p>
        </p:txBody>
      </p:sp>
      <p:sp>
        <p:nvSpPr>
          <p:cNvPr id="2" name="TextBox 1">
            <a:extLst>
              <a:ext uri="{FF2B5EF4-FFF2-40B4-BE49-F238E27FC236}">
                <a16:creationId xmlns:a16="http://schemas.microsoft.com/office/drawing/2014/main" id="{239EFBC6-DD8B-A99C-96C7-DE02BAC6A0CB}"/>
              </a:ext>
            </a:extLst>
          </p:cNvPr>
          <p:cNvSpPr txBox="1"/>
          <p:nvPr/>
        </p:nvSpPr>
        <p:spPr>
          <a:xfrm>
            <a:off x="457200" y="1005840"/>
            <a:ext cx="11247120" cy="411480"/>
          </a:xfrm>
          <a:prstGeom prst="rect">
            <a:avLst/>
          </a:prstGeom>
          <a:noFill/>
        </p:spPr>
        <p:txBody>
          <a:bodyPr wrap="square">
            <a:spAutoFit/>
          </a:bodyPr>
          <a:lstStyle/>
          <a:p>
            <a:pPr algn="l"/>
            <a:r>
              <a:rPr sz="1600" b="1" dirty="0">
                <a:solidFill>
                  <a:srgbClr val="1F3A5F"/>
                </a:solidFill>
              </a:rPr>
              <a:t>Why it matters</a:t>
            </a:r>
          </a:p>
        </p:txBody>
      </p:sp>
      <p:sp>
        <p:nvSpPr>
          <p:cNvPr id="3" name="TextBox 2">
            <a:extLst>
              <a:ext uri="{FF2B5EF4-FFF2-40B4-BE49-F238E27FC236}">
                <a16:creationId xmlns:a16="http://schemas.microsoft.com/office/drawing/2014/main" id="{52F6B4C1-2D3E-A56F-E89C-4F9E14FF7AC1}"/>
              </a:ext>
            </a:extLst>
          </p:cNvPr>
          <p:cNvSpPr txBox="1"/>
          <p:nvPr/>
        </p:nvSpPr>
        <p:spPr>
          <a:xfrm>
            <a:off x="457200" y="1417320"/>
            <a:ext cx="11247120" cy="1097280"/>
          </a:xfrm>
          <a:prstGeom prst="rect">
            <a:avLst/>
          </a:prstGeom>
          <a:noFill/>
        </p:spPr>
        <p:txBody>
          <a:bodyPr wrap="square">
            <a:spAutoFit/>
          </a:bodyPr>
          <a:lstStyle/>
          <a:p>
            <a:pPr algn="l"/>
            <a:r>
              <a:rPr sz="1500" b="0">
                <a:solidFill>
                  <a:srgbClr val="555555"/>
                </a:solidFill>
              </a:rPr>
              <a:t>Slicing Bundle.entry by resource type and profile is established practice — IPS (Bundle-uv-ips) uses the identical pattern of open slicing on type and profile. Validator behaviour and IG-publisher rendering for this pattern still differ across implementations.</a:t>
            </a:r>
          </a:p>
        </p:txBody>
      </p:sp>
      <p:sp>
        <p:nvSpPr>
          <p:cNvPr id="6" name="TextBox 5">
            <a:extLst>
              <a:ext uri="{FF2B5EF4-FFF2-40B4-BE49-F238E27FC236}">
                <a16:creationId xmlns:a16="http://schemas.microsoft.com/office/drawing/2014/main" id="{E40D1506-839F-7F4B-A421-760AF7A336AF}"/>
              </a:ext>
            </a:extLst>
          </p:cNvPr>
          <p:cNvSpPr txBox="1"/>
          <p:nvPr/>
        </p:nvSpPr>
        <p:spPr>
          <a:xfrm>
            <a:off x="457200" y="2743200"/>
            <a:ext cx="11247120" cy="411480"/>
          </a:xfrm>
          <a:prstGeom prst="rect">
            <a:avLst/>
          </a:prstGeom>
          <a:noFill/>
        </p:spPr>
        <p:txBody>
          <a:bodyPr wrap="square">
            <a:spAutoFit/>
          </a:bodyPr>
          <a:lstStyle/>
          <a:p>
            <a:pPr algn="l"/>
            <a:r>
              <a:rPr sz="1600" b="1">
                <a:solidFill>
                  <a:srgbClr val="1F3A5F"/>
                </a:solidFill>
              </a:rPr>
              <a:t>Options</a:t>
            </a:r>
          </a:p>
        </p:txBody>
      </p:sp>
      <p:sp>
        <p:nvSpPr>
          <p:cNvPr id="7" name="TextBox 6">
            <a:extLst>
              <a:ext uri="{FF2B5EF4-FFF2-40B4-BE49-F238E27FC236}">
                <a16:creationId xmlns:a16="http://schemas.microsoft.com/office/drawing/2014/main" id="{9D18B248-9E1A-4406-7DA1-16DEB520CCE8}"/>
              </a:ext>
            </a:extLst>
          </p:cNvPr>
          <p:cNvSpPr txBox="1"/>
          <p:nvPr/>
        </p:nvSpPr>
        <p:spPr>
          <a:xfrm>
            <a:off x="640080" y="3200400"/>
            <a:ext cx="10972800" cy="523220"/>
          </a:xfrm>
          <a:prstGeom prst="rect">
            <a:avLst/>
          </a:prstGeom>
          <a:noFill/>
        </p:spPr>
        <p:txBody>
          <a:bodyPr wrap="square">
            <a:spAutoFit/>
          </a:bodyPr>
          <a:lstStyle/>
          <a:p>
            <a:pPr algn="l"/>
            <a:r>
              <a:rPr sz="1400" b="0" dirty="0">
                <a:solidFill>
                  <a:srgbClr val="555555"/>
                </a:solidFill>
              </a:rPr>
              <a:t>●  Keep open slicing (current proposal) — friendlier to incremental adoption.</a:t>
            </a:r>
          </a:p>
          <a:p>
            <a:pPr algn="l"/>
            <a:r>
              <a:rPr sz="1400" b="0" dirty="0">
                <a:solidFill>
                  <a:srgbClr val="555555"/>
                </a:solidFill>
              </a:rPr>
              <a:t>●  Closed slicing — </a:t>
            </a:r>
            <a:r>
              <a:rPr lang="en-AU" sz="1400" b="0" dirty="0">
                <a:solidFill>
                  <a:srgbClr val="555555"/>
                </a:solidFill>
              </a:rPr>
              <a:t>stricter but</a:t>
            </a:r>
            <a:r>
              <a:rPr sz="1400" b="0" dirty="0">
                <a:solidFill>
                  <a:srgbClr val="555555"/>
                </a:solidFill>
              </a:rPr>
              <a:t> </a:t>
            </a:r>
            <a:r>
              <a:rPr sz="1400" b="0" dirty="0" err="1">
                <a:solidFill>
                  <a:srgbClr val="555555"/>
                </a:solidFill>
              </a:rPr>
              <a:t>penalises</a:t>
            </a:r>
            <a:r>
              <a:rPr sz="1400" b="0" dirty="0">
                <a:solidFill>
                  <a:srgbClr val="555555"/>
                </a:solidFill>
              </a:rPr>
              <a:t> any deviation.</a:t>
            </a:r>
          </a:p>
        </p:txBody>
      </p:sp>
      <p:sp>
        <p:nvSpPr>
          <p:cNvPr id="8" name="Rounded Rectangle 7">
            <a:extLst>
              <a:ext uri="{FF2B5EF4-FFF2-40B4-BE49-F238E27FC236}">
                <a16:creationId xmlns:a16="http://schemas.microsoft.com/office/drawing/2014/main" id="{0E0CE870-5AD0-6FAE-1776-BF0EBB1DF378}"/>
              </a:ext>
            </a:extLst>
          </p:cNvPr>
          <p:cNvSpPr/>
          <p:nvPr/>
        </p:nvSpPr>
        <p:spPr>
          <a:xfrm>
            <a:off x="457200" y="5486400"/>
            <a:ext cx="11247120" cy="868680"/>
          </a:xfrm>
          <a:prstGeom prst="roundRect">
            <a:avLst/>
          </a:prstGeom>
          <a:solidFill>
            <a:srgbClr val="EEEEEE"/>
          </a:solidFill>
          <a:ln w="19050">
            <a:solidFill>
              <a:srgbClr val="C00000"/>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pPr algn="ctr"/>
            <a:r>
              <a:rPr sz="1400" b="1" dirty="0">
                <a:solidFill>
                  <a:schemeClr val="accent2"/>
                </a:solidFill>
              </a:rPr>
              <a:t>Working assumption: </a:t>
            </a:r>
            <a:r>
              <a:rPr sz="1400" dirty="0">
                <a:solidFill>
                  <a:srgbClr val="555555"/>
                </a:solidFill>
              </a:rPr>
              <a:t>Open slicing. Worth a community implementation report once two or more vendors have built against the profile.</a:t>
            </a:r>
          </a:p>
        </p:txBody>
      </p:sp>
    </p:spTree>
    <p:extLst>
      <p:ext uri="{BB962C8B-B14F-4D97-AF65-F5344CB8AC3E}">
        <p14:creationId xmlns:p14="http://schemas.microsoft.com/office/powerpoint/2010/main" val="1254924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363DD-0B07-6999-F619-A6C37947B76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333EF6-3FB4-ADEB-BF77-DE40F4E93646}"/>
              </a:ext>
            </a:extLst>
          </p:cNvPr>
          <p:cNvSpPr>
            <a:spLocks noGrp="1"/>
          </p:cNvSpPr>
          <p:nvPr>
            <p:ph type="sldNum" sz="quarter" idx="12"/>
          </p:nvPr>
        </p:nvSpPr>
        <p:spPr/>
        <p:txBody>
          <a:bodyPr/>
          <a:lstStyle/>
          <a:p>
            <a:fld id="{294A09A9-5501-47C1-A89A-A340965A2BE2}" type="slidenum">
              <a:rPr lang="en-US" smtClean="0"/>
              <a:pPr/>
              <a:t>11</a:t>
            </a:fld>
            <a:endParaRPr lang="en-US" dirty="0"/>
          </a:p>
        </p:txBody>
      </p:sp>
      <p:sp>
        <p:nvSpPr>
          <p:cNvPr id="5" name="Title 4">
            <a:extLst>
              <a:ext uri="{FF2B5EF4-FFF2-40B4-BE49-F238E27FC236}">
                <a16:creationId xmlns:a16="http://schemas.microsoft.com/office/drawing/2014/main" id="{777E3520-020F-08A7-8507-FC7CD1303E51}"/>
              </a:ext>
            </a:extLst>
          </p:cNvPr>
          <p:cNvSpPr>
            <a:spLocks noGrp="1"/>
          </p:cNvSpPr>
          <p:nvPr>
            <p:ph type="title"/>
          </p:nvPr>
        </p:nvSpPr>
        <p:spPr>
          <a:xfrm>
            <a:off x="916016" y="136525"/>
            <a:ext cx="9618245" cy="1074828"/>
          </a:xfrm>
        </p:spPr>
        <p:txBody>
          <a:bodyPr>
            <a:normAutofit/>
          </a:bodyPr>
          <a:lstStyle/>
          <a:p>
            <a:r>
              <a:rPr lang="en-US" sz="2800" dirty="0"/>
              <a:t>Issue 3 – Referential vs semantic integrity</a:t>
            </a:r>
          </a:p>
        </p:txBody>
      </p:sp>
      <p:sp>
        <p:nvSpPr>
          <p:cNvPr id="2" name="TextBox 1">
            <a:extLst>
              <a:ext uri="{FF2B5EF4-FFF2-40B4-BE49-F238E27FC236}">
                <a16:creationId xmlns:a16="http://schemas.microsoft.com/office/drawing/2014/main" id="{FA461A16-2B00-8F95-EC41-AB7F02E497AF}"/>
              </a:ext>
            </a:extLst>
          </p:cNvPr>
          <p:cNvSpPr txBox="1"/>
          <p:nvPr/>
        </p:nvSpPr>
        <p:spPr>
          <a:xfrm>
            <a:off x="457200" y="1005840"/>
            <a:ext cx="11247120" cy="411480"/>
          </a:xfrm>
          <a:prstGeom prst="rect">
            <a:avLst/>
          </a:prstGeom>
          <a:noFill/>
        </p:spPr>
        <p:txBody>
          <a:bodyPr wrap="square">
            <a:spAutoFit/>
          </a:bodyPr>
          <a:lstStyle/>
          <a:p>
            <a:pPr algn="l"/>
            <a:r>
              <a:rPr sz="1600" b="1" dirty="0">
                <a:solidFill>
                  <a:srgbClr val="1F3A5F"/>
                </a:solidFill>
              </a:rPr>
              <a:t>Why it matters</a:t>
            </a:r>
          </a:p>
        </p:txBody>
      </p:sp>
      <p:sp>
        <p:nvSpPr>
          <p:cNvPr id="3" name="TextBox 2">
            <a:extLst>
              <a:ext uri="{FF2B5EF4-FFF2-40B4-BE49-F238E27FC236}">
                <a16:creationId xmlns:a16="http://schemas.microsoft.com/office/drawing/2014/main" id="{A9D0CB7B-FEE5-3C33-A53C-1B5CEE823DDF}"/>
              </a:ext>
            </a:extLst>
          </p:cNvPr>
          <p:cNvSpPr txBox="1"/>
          <p:nvPr/>
        </p:nvSpPr>
        <p:spPr>
          <a:xfrm>
            <a:off x="457200" y="1417320"/>
            <a:ext cx="11247120" cy="1097280"/>
          </a:xfrm>
          <a:prstGeom prst="rect">
            <a:avLst/>
          </a:prstGeom>
          <a:noFill/>
        </p:spPr>
        <p:txBody>
          <a:bodyPr wrap="square">
            <a:spAutoFit/>
          </a:bodyPr>
          <a:lstStyle/>
          <a:p>
            <a:pPr algn="l"/>
            <a:r>
              <a:rPr sz="1500" b="0">
                <a:solidFill>
                  <a:srgbClr val="555555"/>
                </a:solidFill>
              </a:rPr>
              <a:t>Today’s invariants catch the common assembly errors (missing tasks, dangling references, malformed fullUrls). They do not assert that, e.g., Task.for and ServiceRequest.subject point at the same patient.</a:t>
            </a:r>
          </a:p>
        </p:txBody>
      </p:sp>
      <p:sp>
        <p:nvSpPr>
          <p:cNvPr id="6" name="TextBox 5">
            <a:extLst>
              <a:ext uri="{FF2B5EF4-FFF2-40B4-BE49-F238E27FC236}">
                <a16:creationId xmlns:a16="http://schemas.microsoft.com/office/drawing/2014/main" id="{5303AE4E-2C02-201E-1B82-99C7D635C836}"/>
              </a:ext>
            </a:extLst>
          </p:cNvPr>
          <p:cNvSpPr txBox="1"/>
          <p:nvPr/>
        </p:nvSpPr>
        <p:spPr>
          <a:xfrm>
            <a:off x="457200" y="2743200"/>
            <a:ext cx="11247120" cy="411480"/>
          </a:xfrm>
          <a:prstGeom prst="rect">
            <a:avLst/>
          </a:prstGeom>
          <a:noFill/>
        </p:spPr>
        <p:txBody>
          <a:bodyPr wrap="square">
            <a:spAutoFit/>
          </a:bodyPr>
          <a:lstStyle/>
          <a:p>
            <a:pPr algn="l"/>
            <a:r>
              <a:rPr sz="1600" b="1">
                <a:solidFill>
                  <a:srgbClr val="1F3A5F"/>
                </a:solidFill>
              </a:rPr>
              <a:t>Options</a:t>
            </a:r>
          </a:p>
        </p:txBody>
      </p:sp>
      <p:sp>
        <p:nvSpPr>
          <p:cNvPr id="7" name="TextBox 6">
            <a:extLst>
              <a:ext uri="{FF2B5EF4-FFF2-40B4-BE49-F238E27FC236}">
                <a16:creationId xmlns:a16="http://schemas.microsoft.com/office/drawing/2014/main" id="{6D744FCB-EAC8-C2B6-B86E-7A6C7FBFEDA4}"/>
              </a:ext>
            </a:extLst>
          </p:cNvPr>
          <p:cNvSpPr txBox="1"/>
          <p:nvPr/>
        </p:nvSpPr>
        <p:spPr>
          <a:xfrm>
            <a:off x="640080" y="3200400"/>
            <a:ext cx="10972800" cy="2377440"/>
          </a:xfrm>
          <a:prstGeom prst="rect">
            <a:avLst/>
          </a:prstGeom>
          <a:noFill/>
        </p:spPr>
        <p:txBody>
          <a:bodyPr wrap="square">
            <a:spAutoFit/>
          </a:bodyPr>
          <a:lstStyle/>
          <a:p>
            <a:pPr algn="l"/>
            <a:r>
              <a:rPr sz="1400" b="0">
                <a:solidFill>
                  <a:srgbClr val="555555"/>
                </a:solidFill>
              </a:rPr>
              <a:t>●  Add semantic invariants — catches more errors, more FHIRPath complexity.</a:t>
            </a:r>
          </a:p>
          <a:p>
            <a:pPr algn="l"/>
            <a:r>
              <a:rPr sz="1400" b="0">
                <a:solidFill>
                  <a:srgbClr val="555555"/>
                </a:solidFill>
              </a:rPr>
              <a:t>●  Stop at referential integrity (current proposal).</a:t>
            </a:r>
          </a:p>
          <a:p>
            <a:pPr algn="l"/>
            <a:r>
              <a:rPr sz="1400" b="0">
                <a:solidFill>
                  <a:srgbClr val="555555"/>
                </a:solidFill>
              </a:rPr>
              <a:t>●  Defer to server-side validation conformance statements.</a:t>
            </a:r>
          </a:p>
        </p:txBody>
      </p:sp>
      <p:sp>
        <p:nvSpPr>
          <p:cNvPr id="8" name="Rounded Rectangle 7">
            <a:extLst>
              <a:ext uri="{FF2B5EF4-FFF2-40B4-BE49-F238E27FC236}">
                <a16:creationId xmlns:a16="http://schemas.microsoft.com/office/drawing/2014/main" id="{DEEB0784-5884-B752-C16D-8369FA8CA878}"/>
              </a:ext>
            </a:extLst>
          </p:cNvPr>
          <p:cNvSpPr/>
          <p:nvPr/>
        </p:nvSpPr>
        <p:spPr>
          <a:xfrm>
            <a:off x="457200" y="5486400"/>
            <a:ext cx="11247120" cy="868680"/>
          </a:xfrm>
          <a:prstGeom prst="roundRect">
            <a:avLst/>
          </a:prstGeom>
          <a:solidFill>
            <a:srgbClr val="EEEEEE"/>
          </a:solidFill>
          <a:ln w="19050">
            <a:solidFill>
              <a:srgbClr val="C00000"/>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pPr algn="ctr"/>
            <a:r>
              <a:rPr sz="1400" b="1" dirty="0">
                <a:solidFill>
                  <a:schemeClr val="accent2"/>
                </a:solidFill>
              </a:rPr>
              <a:t>Working assumption: </a:t>
            </a:r>
            <a:r>
              <a:rPr sz="1400" dirty="0">
                <a:solidFill>
                  <a:srgbClr val="555555"/>
                </a:solidFill>
              </a:rPr>
              <a:t>Stop at referential integrity for v1. Promote to semantic invariants if implementation experience shows the gap matters.</a:t>
            </a:r>
          </a:p>
        </p:txBody>
      </p:sp>
    </p:spTree>
    <p:extLst>
      <p:ext uri="{BB962C8B-B14F-4D97-AF65-F5344CB8AC3E}">
        <p14:creationId xmlns:p14="http://schemas.microsoft.com/office/powerpoint/2010/main" val="3643822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CF8B0-F4BE-7DD8-C496-E9BF9CC64BD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49650D-AD88-D2DA-89DB-E056F3D60D7D}"/>
              </a:ext>
            </a:extLst>
          </p:cNvPr>
          <p:cNvSpPr>
            <a:spLocks noGrp="1"/>
          </p:cNvSpPr>
          <p:nvPr>
            <p:ph type="sldNum" sz="quarter" idx="12"/>
          </p:nvPr>
        </p:nvSpPr>
        <p:spPr/>
        <p:txBody>
          <a:bodyPr/>
          <a:lstStyle/>
          <a:p>
            <a:fld id="{294A09A9-5501-47C1-A89A-A340965A2BE2}" type="slidenum">
              <a:rPr lang="en-US" smtClean="0"/>
              <a:pPr/>
              <a:t>12</a:t>
            </a:fld>
            <a:endParaRPr lang="en-US" dirty="0"/>
          </a:p>
        </p:txBody>
      </p:sp>
      <p:sp>
        <p:nvSpPr>
          <p:cNvPr id="5" name="Title 4">
            <a:extLst>
              <a:ext uri="{FF2B5EF4-FFF2-40B4-BE49-F238E27FC236}">
                <a16:creationId xmlns:a16="http://schemas.microsoft.com/office/drawing/2014/main" id="{D21AEE5B-C4A6-7238-CB49-11D133797AA5}"/>
              </a:ext>
            </a:extLst>
          </p:cNvPr>
          <p:cNvSpPr>
            <a:spLocks noGrp="1"/>
          </p:cNvSpPr>
          <p:nvPr>
            <p:ph type="title"/>
          </p:nvPr>
        </p:nvSpPr>
        <p:spPr>
          <a:xfrm>
            <a:off x="916016" y="136525"/>
            <a:ext cx="10308711" cy="1074828"/>
          </a:xfrm>
        </p:spPr>
        <p:txBody>
          <a:bodyPr>
            <a:normAutofit/>
          </a:bodyPr>
          <a:lstStyle/>
          <a:p>
            <a:r>
              <a:rPr lang="en-US" sz="2800" dirty="0"/>
              <a:t>Issue 4 – Readability and example coverage</a:t>
            </a:r>
          </a:p>
        </p:txBody>
      </p:sp>
      <p:sp>
        <p:nvSpPr>
          <p:cNvPr id="2" name="TextBox 1">
            <a:extLst>
              <a:ext uri="{FF2B5EF4-FFF2-40B4-BE49-F238E27FC236}">
                <a16:creationId xmlns:a16="http://schemas.microsoft.com/office/drawing/2014/main" id="{F43C5D25-4114-B3D2-C030-5519DACF8559}"/>
              </a:ext>
            </a:extLst>
          </p:cNvPr>
          <p:cNvSpPr txBox="1"/>
          <p:nvPr/>
        </p:nvSpPr>
        <p:spPr>
          <a:xfrm>
            <a:off x="457200" y="1005840"/>
            <a:ext cx="11247120" cy="411480"/>
          </a:xfrm>
          <a:prstGeom prst="rect">
            <a:avLst/>
          </a:prstGeom>
          <a:noFill/>
        </p:spPr>
        <p:txBody>
          <a:bodyPr wrap="square">
            <a:spAutoFit/>
          </a:bodyPr>
          <a:lstStyle/>
          <a:p>
            <a:pPr algn="l"/>
            <a:r>
              <a:rPr sz="1600" b="1" dirty="0">
                <a:solidFill>
                  <a:srgbClr val="1F3A5F"/>
                </a:solidFill>
              </a:rPr>
              <a:t>Why it matters</a:t>
            </a:r>
          </a:p>
        </p:txBody>
      </p:sp>
      <p:sp>
        <p:nvSpPr>
          <p:cNvPr id="3" name="TextBox 2">
            <a:extLst>
              <a:ext uri="{FF2B5EF4-FFF2-40B4-BE49-F238E27FC236}">
                <a16:creationId xmlns:a16="http://schemas.microsoft.com/office/drawing/2014/main" id="{C5B0902D-FB2D-D0AB-96C7-7C383CC5DEC1}"/>
              </a:ext>
            </a:extLst>
          </p:cNvPr>
          <p:cNvSpPr txBox="1"/>
          <p:nvPr/>
        </p:nvSpPr>
        <p:spPr>
          <a:xfrm>
            <a:off x="457200" y="1417320"/>
            <a:ext cx="11247120" cy="1097280"/>
          </a:xfrm>
          <a:prstGeom prst="rect">
            <a:avLst/>
          </a:prstGeom>
          <a:noFill/>
        </p:spPr>
        <p:txBody>
          <a:bodyPr wrap="square">
            <a:spAutoFit/>
          </a:bodyPr>
          <a:lstStyle/>
          <a:p>
            <a:pPr algn="l">
              <a:spcAft>
                <a:spcPts val="400"/>
              </a:spcAft>
            </a:pPr>
            <a:r>
              <a:rPr sz="1500" b="0">
                <a:solidFill>
                  <a:srgbClr val="555555"/>
                </a:solidFill>
              </a:rPr>
              <a:t>urn:uuid bundles are harder to read than the standalone examples that use Type/local-id references. With Issue 1 permitting both POST + ifNoneExist and PUT for actor entries, implementers will need a worked example of each pattern they're allowed to use.</a:t>
            </a:r>
          </a:p>
        </p:txBody>
      </p:sp>
      <p:sp>
        <p:nvSpPr>
          <p:cNvPr id="6" name="TextBox 5">
            <a:extLst>
              <a:ext uri="{FF2B5EF4-FFF2-40B4-BE49-F238E27FC236}">
                <a16:creationId xmlns:a16="http://schemas.microsoft.com/office/drawing/2014/main" id="{69076CAA-2E03-B892-6145-A02490E73885}"/>
              </a:ext>
            </a:extLst>
          </p:cNvPr>
          <p:cNvSpPr txBox="1"/>
          <p:nvPr/>
        </p:nvSpPr>
        <p:spPr>
          <a:xfrm>
            <a:off x="457200" y="2743200"/>
            <a:ext cx="11247120" cy="411480"/>
          </a:xfrm>
          <a:prstGeom prst="rect">
            <a:avLst/>
          </a:prstGeom>
          <a:noFill/>
        </p:spPr>
        <p:txBody>
          <a:bodyPr wrap="square">
            <a:spAutoFit/>
          </a:bodyPr>
          <a:lstStyle/>
          <a:p>
            <a:pPr algn="l"/>
            <a:r>
              <a:rPr sz="1600" b="1">
                <a:solidFill>
                  <a:srgbClr val="1F3A5F"/>
                </a:solidFill>
              </a:rPr>
              <a:t>Options</a:t>
            </a:r>
          </a:p>
        </p:txBody>
      </p:sp>
      <p:sp>
        <p:nvSpPr>
          <p:cNvPr id="7" name="TextBox 6">
            <a:extLst>
              <a:ext uri="{FF2B5EF4-FFF2-40B4-BE49-F238E27FC236}">
                <a16:creationId xmlns:a16="http://schemas.microsoft.com/office/drawing/2014/main" id="{2BCC995A-6F15-8D60-AE58-FA887BAE3951}"/>
              </a:ext>
            </a:extLst>
          </p:cNvPr>
          <p:cNvSpPr txBox="1"/>
          <p:nvPr/>
        </p:nvSpPr>
        <p:spPr>
          <a:xfrm>
            <a:off x="640080" y="3200400"/>
            <a:ext cx="10972800" cy="2377440"/>
          </a:xfrm>
          <a:prstGeom prst="rect">
            <a:avLst/>
          </a:prstGeom>
          <a:noFill/>
        </p:spPr>
        <p:txBody>
          <a:bodyPr wrap="square">
            <a:spAutoFit/>
          </a:bodyPr>
          <a:lstStyle/>
          <a:p>
            <a:pPr algn="l">
              <a:spcAft>
                <a:spcPts val="400"/>
              </a:spcAft>
            </a:pPr>
            <a:r>
              <a:rPr sz="1400" b="0">
                <a:solidFill>
                  <a:srgbClr val="555555"/>
                </a:solidFill>
              </a:rPr>
              <a:t>●  Single urn:uuid POST + ifNoneExist example per concrete profile — simplest, but doesn't show the PUT path.</a:t>
            </a:r>
          </a:p>
          <a:p>
            <a:pPr algn="l">
              <a:spcAft>
                <a:spcPts val="400"/>
              </a:spcAft>
            </a:pPr>
            <a:r>
              <a:rPr sz="1400" b="0">
                <a:solidFill>
                  <a:srgbClr val="555555"/>
                </a:solidFill>
              </a:rPr>
              <a:t>●  Parallel examples per concrete profile — one POST + ifNoneExist, one PUT — covers both methods Issue 1 permits.</a:t>
            </a:r>
          </a:p>
          <a:p>
            <a:pPr algn="l">
              <a:spcAft>
                <a:spcPts val="400"/>
              </a:spcAft>
            </a:pPr>
            <a:r>
              <a:rPr sz="1400" b="0">
                <a:solidFill>
                  <a:srgbClr val="555555"/>
                </a:solidFill>
              </a:rPr>
              <a:t>●  Mixed-method example showing both patterns side by side in one bundle — denser but a single artefact.</a:t>
            </a:r>
          </a:p>
          <a:p>
            <a:pPr algn="l">
              <a:spcAft>
                <a:spcPts val="400"/>
              </a:spcAft>
            </a:pPr>
            <a:r>
              <a:rPr sz="1400" b="0">
                <a:solidFill>
                  <a:srgbClr val="555555"/>
                </a:solidFill>
              </a:rPr>
              <a:t>●  Pathology covered by POST + ifNoneExist; imaging covered by both [chosen for v1] — reuses the smaller imaging bundle for the PUT illustration.</a:t>
            </a:r>
          </a:p>
        </p:txBody>
      </p:sp>
      <p:sp>
        <p:nvSpPr>
          <p:cNvPr id="8" name="Rounded Rectangle 7">
            <a:extLst>
              <a:ext uri="{FF2B5EF4-FFF2-40B4-BE49-F238E27FC236}">
                <a16:creationId xmlns:a16="http://schemas.microsoft.com/office/drawing/2014/main" id="{D3DEC530-1E68-75A7-E58C-1E7B18312C2E}"/>
              </a:ext>
            </a:extLst>
          </p:cNvPr>
          <p:cNvSpPr/>
          <p:nvPr/>
        </p:nvSpPr>
        <p:spPr>
          <a:xfrm>
            <a:off x="457200" y="5486400"/>
            <a:ext cx="11247120" cy="868680"/>
          </a:xfrm>
          <a:prstGeom prst="roundRect">
            <a:avLst/>
          </a:prstGeom>
          <a:solidFill>
            <a:srgbClr val="EEEEEE"/>
          </a:solidFill>
          <a:ln w="19050">
            <a:solidFill>
              <a:srgbClr val="C00000"/>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pPr algn="ctr"/>
            <a:r>
              <a:rPr sz="1400" b="1" dirty="0">
                <a:solidFill>
                  <a:schemeClr val="accent2"/>
                </a:solidFill>
              </a:rPr>
              <a:t>Implemented: </a:t>
            </a:r>
            <a:r>
              <a:rPr sz="1400" dirty="0">
                <a:solidFill>
                  <a:srgbClr val="555555"/>
                </a:solidFill>
              </a:rPr>
              <a:t>Three example bundles: bundle-pathology-multitest-1 (POST + </a:t>
            </a:r>
            <a:r>
              <a:rPr sz="1400" dirty="0" err="1">
                <a:solidFill>
                  <a:srgbClr val="555555"/>
                </a:solidFill>
              </a:rPr>
              <a:t>ifNoneExist</a:t>
            </a:r>
            <a:r>
              <a:rPr sz="1400" dirty="0">
                <a:solidFill>
                  <a:srgbClr val="555555"/>
                </a:solidFill>
              </a:rPr>
              <a:t>), bundle-imaging-1 (POST + </a:t>
            </a:r>
            <a:r>
              <a:rPr sz="1400" dirty="0" err="1">
                <a:solidFill>
                  <a:srgbClr val="555555"/>
                </a:solidFill>
              </a:rPr>
              <a:t>ifNoneExist</a:t>
            </a:r>
            <a:r>
              <a:rPr sz="1400" dirty="0">
                <a:solidFill>
                  <a:srgbClr val="555555"/>
                </a:solidFill>
              </a:rPr>
              <a:t>), and bundle-imaging-put-1 (PUT, conditional update). Pathology PUT variant deferred unless implementer feedback requests it.</a:t>
            </a:r>
          </a:p>
        </p:txBody>
      </p:sp>
    </p:spTree>
    <p:extLst>
      <p:ext uri="{BB962C8B-B14F-4D97-AF65-F5344CB8AC3E}">
        <p14:creationId xmlns:p14="http://schemas.microsoft.com/office/powerpoint/2010/main" val="3548308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A2AF1-7DE2-67A9-E6F3-FDA377240B2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20C4EE-4E59-80AA-8D14-F923163D85E0}"/>
              </a:ext>
            </a:extLst>
          </p:cNvPr>
          <p:cNvSpPr>
            <a:spLocks noGrp="1"/>
          </p:cNvSpPr>
          <p:nvPr>
            <p:ph type="sldNum" sz="quarter" idx="12"/>
          </p:nvPr>
        </p:nvSpPr>
        <p:spPr/>
        <p:txBody>
          <a:bodyPr/>
          <a:lstStyle/>
          <a:p>
            <a:fld id="{294A09A9-5501-47C1-A89A-A340965A2BE2}" type="slidenum">
              <a:rPr lang="en-US" smtClean="0"/>
              <a:pPr/>
              <a:t>13</a:t>
            </a:fld>
            <a:endParaRPr lang="en-US" dirty="0"/>
          </a:p>
        </p:txBody>
      </p:sp>
      <p:sp>
        <p:nvSpPr>
          <p:cNvPr id="5" name="Title 4">
            <a:extLst>
              <a:ext uri="{FF2B5EF4-FFF2-40B4-BE49-F238E27FC236}">
                <a16:creationId xmlns:a16="http://schemas.microsoft.com/office/drawing/2014/main" id="{5D2FD30A-6B1C-7C02-D1EC-8E8978001FBB}"/>
              </a:ext>
            </a:extLst>
          </p:cNvPr>
          <p:cNvSpPr>
            <a:spLocks noGrp="1"/>
          </p:cNvSpPr>
          <p:nvPr>
            <p:ph type="title"/>
          </p:nvPr>
        </p:nvSpPr>
        <p:spPr>
          <a:xfrm>
            <a:off x="916016" y="136525"/>
            <a:ext cx="10467331" cy="1074828"/>
          </a:xfrm>
        </p:spPr>
        <p:txBody>
          <a:bodyPr>
            <a:noAutofit/>
          </a:bodyPr>
          <a:lstStyle/>
          <a:p>
            <a:r>
              <a:rPr lang="en-US" sz="2800" dirty="0"/>
              <a:t>Issue 5 – </a:t>
            </a:r>
            <a:r>
              <a:rPr lang="en-US" sz="2800" dirty="0" err="1"/>
              <a:t>CommunicationRequest</a:t>
            </a:r>
            <a:r>
              <a:rPr lang="en-US" sz="2800" dirty="0"/>
              <a:t> constraint level</a:t>
            </a:r>
          </a:p>
        </p:txBody>
      </p:sp>
      <p:sp>
        <p:nvSpPr>
          <p:cNvPr id="2" name="TextBox 1">
            <a:extLst>
              <a:ext uri="{FF2B5EF4-FFF2-40B4-BE49-F238E27FC236}">
                <a16:creationId xmlns:a16="http://schemas.microsoft.com/office/drawing/2014/main" id="{5D792E7C-0F9B-44FC-D463-E17D2F92FA5E}"/>
              </a:ext>
            </a:extLst>
          </p:cNvPr>
          <p:cNvSpPr txBox="1"/>
          <p:nvPr/>
        </p:nvSpPr>
        <p:spPr>
          <a:xfrm>
            <a:off x="457200" y="1005840"/>
            <a:ext cx="11247120" cy="411480"/>
          </a:xfrm>
          <a:prstGeom prst="rect">
            <a:avLst/>
          </a:prstGeom>
          <a:noFill/>
        </p:spPr>
        <p:txBody>
          <a:bodyPr wrap="square">
            <a:spAutoFit/>
          </a:bodyPr>
          <a:lstStyle/>
          <a:p>
            <a:pPr algn="l"/>
            <a:r>
              <a:rPr sz="1600" b="1" dirty="0">
                <a:solidFill>
                  <a:srgbClr val="1F3A5F"/>
                </a:solidFill>
              </a:rPr>
              <a:t>Why it matters</a:t>
            </a:r>
          </a:p>
        </p:txBody>
      </p:sp>
      <p:sp>
        <p:nvSpPr>
          <p:cNvPr id="3" name="TextBox 2">
            <a:extLst>
              <a:ext uri="{FF2B5EF4-FFF2-40B4-BE49-F238E27FC236}">
                <a16:creationId xmlns:a16="http://schemas.microsoft.com/office/drawing/2014/main" id="{CB65FCAE-FE0F-B79F-5CCD-A2C99EB3FF7E}"/>
              </a:ext>
            </a:extLst>
          </p:cNvPr>
          <p:cNvSpPr txBox="1"/>
          <p:nvPr/>
        </p:nvSpPr>
        <p:spPr>
          <a:xfrm>
            <a:off x="457200" y="1417320"/>
            <a:ext cx="11247120" cy="323165"/>
          </a:xfrm>
          <a:prstGeom prst="rect">
            <a:avLst/>
          </a:prstGeom>
          <a:noFill/>
        </p:spPr>
        <p:txBody>
          <a:bodyPr wrap="square">
            <a:spAutoFit/>
          </a:bodyPr>
          <a:lstStyle/>
          <a:p>
            <a:pPr algn="l"/>
            <a:r>
              <a:rPr sz="1500" b="0" dirty="0">
                <a:solidFill>
                  <a:srgbClr val="555555"/>
                </a:solidFill>
              </a:rPr>
              <a:t>Today the bundle accepts any of the three IG C</a:t>
            </a:r>
            <a:r>
              <a:rPr lang="en-AU" sz="1500" b="0" dirty="0" err="1">
                <a:solidFill>
                  <a:srgbClr val="555555"/>
                </a:solidFill>
              </a:rPr>
              <a:t>ommunication</a:t>
            </a:r>
            <a:r>
              <a:rPr sz="1500" b="0" dirty="0">
                <a:solidFill>
                  <a:srgbClr val="555555"/>
                </a:solidFill>
              </a:rPr>
              <a:t>R</a:t>
            </a:r>
            <a:r>
              <a:rPr lang="en-AU" sz="1500" b="0" dirty="0" err="1">
                <a:solidFill>
                  <a:srgbClr val="555555"/>
                </a:solidFill>
              </a:rPr>
              <a:t>equest</a:t>
            </a:r>
            <a:r>
              <a:rPr sz="1500" b="0" dirty="0">
                <a:solidFill>
                  <a:srgbClr val="555555"/>
                </a:solidFill>
              </a:rPr>
              <a:t> profiles. We could be tighter, or looser.</a:t>
            </a:r>
          </a:p>
        </p:txBody>
      </p:sp>
      <p:sp>
        <p:nvSpPr>
          <p:cNvPr id="6" name="TextBox 5">
            <a:extLst>
              <a:ext uri="{FF2B5EF4-FFF2-40B4-BE49-F238E27FC236}">
                <a16:creationId xmlns:a16="http://schemas.microsoft.com/office/drawing/2014/main" id="{15B9A28F-39BC-62BE-28D4-F8B4446AE614}"/>
              </a:ext>
            </a:extLst>
          </p:cNvPr>
          <p:cNvSpPr txBox="1"/>
          <p:nvPr/>
        </p:nvSpPr>
        <p:spPr>
          <a:xfrm>
            <a:off x="457200" y="2743200"/>
            <a:ext cx="11247120" cy="411480"/>
          </a:xfrm>
          <a:prstGeom prst="rect">
            <a:avLst/>
          </a:prstGeom>
          <a:noFill/>
        </p:spPr>
        <p:txBody>
          <a:bodyPr wrap="square">
            <a:spAutoFit/>
          </a:bodyPr>
          <a:lstStyle/>
          <a:p>
            <a:pPr algn="l"/>
            <a:r>
              <a:rPr sz="1600" b="1">
                <a:solidFill>
                  <a:srgbClr val="1F3A5F"/>
                </a:solidFill>
              </a:rPr>
              <a:t>Options</a:t>
            </a:r>
          </a:p>
        </p:txBody>
      </p:sp>
      <p:sp>
        <p:nvSpPr>
          <p:cNvPr id="7" name="TextBox 6">
            <a:extLst>
              <a:ext uri="{FF2B5EF4-FFF2-40B4-BE49-F238E27FC236}">
                <a16:creationId xmlns:a16="http://schemas.microsoft.com/office/drawing/2014/main" id="{DCCDCC59-0B34-27E2-2AB7-5A8FE0E9C7CA}"/>
              </a:ext>
            </a:extLst>
          </p:cNvPr>
          <p:cNvSpPr txBox="1"/>
          <p:nvPr/>
        </p:nvSpPr>
        <p:spPr>
          <a:xfrm>
            <a:off x="640080" y="3200400"/>
            <a:ext cx="10972800" cy="2377440"/>
          </a:xfrm>
          <a:prstGeom prst="rect">
            <a:avLst/>
          </a:prstGeom>
          <a:noFill/>
        </p:spPr>
        <p:txBody>
          <a:bodyPr wrap="square">
            <a:spAutoFit/>
          </a:bodyPr>
          <a:lstStyle/>
          <a:p>
            <a:pPr algn="l"/>
            <a:r>
              <a:rPr sz="1400" b="0">
                <a:solidFill>
                  <a:srgbClr val="555555"/>
                </a:solidFill>
              </a:rPr>
              <a:t>●  Constrain to IG profiles only (current proposal).</a:t>
            </a:r>
          </a:p>
          <a:p>
            <a:pPr algn="l"/>
            <a:r>
              <a:rPr sz="1400" b="0">
                <a:solidFill>
                  <a:srgbClr val="555555"/>
                </a:solidFill>
              </a:rPr>
              <a:t>●  Accept any CommunicationRequest — less validation, more flexibility.</a:t>
            </a:r>
          </a:p>
          <a:p>
            <a:pPr algn="l"/>
            <a:r>
              <a:rPr sz="1400" b="0">
                <a:solidFill>
                  <a:srgbClr val="555555"/>
                </a:solidFill>
              </a:rPr>
              <a:t>●  Add per-profile slices (CopyTo / UrgentResults / PatientInstruction) for finer obligations.</a:t>
            </a:r>
          </a:p>
        </p:txBody>
      </p:sp>
      <p:sp>
        <p:nvSpPr>
          <p:cNvPr id="8" name="Rounded Rectangle 7">
            <a:extLst>
              <a:ext uri="{FF2B5EF4-FFF2-40B4-BE49-F238E27FC236}">
                <a16:creationId xmlns:a16="http://schemas.microsoft.com/office/drawing/2014/main" id="{76A78FE0-C391-35CD-1BFF-255085C706C5}"/>
              </a:ext>
            </a:extLst>
          </p:cNvPr>
          <p:cNvSpPr/>
          <p:nvPr/>
        </p:nvSpPr>
        <p:spPr>
          <a:xfrm>
            <a:off x="457200" y="5486400"/>
            <a:ext cx="11247120" cy="868680"/>
          </a:xfrm>
          <a:prstGeom prst="roundRect">
            <a:avLst/>
          </a:prstGeom>
          <a:solidFill>
            <a:srgbClr val="EEEEEE"/>
          </a:solidFill>
          <a:ln w="19050">
            <a:solidFill>
              <a:srgbClr val="C00000"/>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pPr algn="ctr"/>
            <a:r>
              <a:rPr sz="1400" b="1" dirty="0">
                <a:solidFill>
                  <a:schemeClr val="accent2"/>
                </a:solidFill>
              </a:rPr>
              <a:t>Working assumption: </a:t>
            </a:r>
            <a:r>
              <a:rPr sz="1400" dirty="0">
                <a:solidFill>
                  <a:srgbClr val="555555"/>
                </a:solidFill>
              </a:rPr>
              <a:t>Keep current. Per-profile slicing is overkill until at least one of the CR profiles needs different obligations.</a:t>
            </a:r>
          </a:p>
        </p:txBody>
      </p:sp>
    </p:spTree>
    <p:extLst>
      <p:ext uri="{BB962C8B-B14F-4D97-AF65-F5344CB8AC3E}">
        <p14:creationId xmlns:p14="http://schemas.microsoft.com/office/powerpoint/2010/main" val="1417240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FBF15-7CC9-55AB-C24E-C226455A9232}"/>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1A08B73-63D4-48AC-48E0-EC7988DF7432}"/>
              </a:ext>
            </a:extLst>
          </p:cNvPr>
          <p:cNvSpPr>
            <a:spLocks noGrp="1"/>
          </p:cNvSpPr>
          <p:nvPr>
            <p:ph type="dt" sz="half" idx="10"/>
          </p:nvPr>
        </p:nvSpPr>
        <p:spPr/>
        <p:txBody>
          <a:bodyPr/>
          <a:lstStyle/>
          <a:p>
            <a:fld id="{A4486D74-B37B-F546-968B-4AC3E7616DD3}" type="datetime1">
              <a:rPr lang="en-US" smtClean="0"/>
              <a:pPr/>
              <a:t>5/18/26</a:t>
            </a:fld>
            <a:endParaRPr lang="en-US" dirty="0"/>
          </a:p>
        </p:txBody>
      </p:sp>
      <p:sp>
        <p:nvSpPr>
          <p:cNvPr id="3" name="Footer Placeholder 2">
            <a:extLst>
              <a:ext uri="{FF2B5EF4-FFF2-40B4-BE49-F238E27FC236}">
                <a16:creationId xmlns:a16="http://schemas.microsoft.com/office/drawing/2014/main" id="{C00F370B-BF77-79B7-A25D-427EC3FE3B6F}"/>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0471A9C0-8B75-B929-7235-4ABAF7C12295}"/>
              </a:ext>
            </a:extLst>
          </p:cNvPr>
          <p:cNvSpPr>
            <a:spLocks noGrp="1"/>
          </p:cNvSpPr>
          <p:nvPr>
            <p:ph type="sldNum" sz="quarter" idx="12"/>
          </p:nvPr>
        </p:nvSpPr>
        <p:spPr/>
        <p:txBody>
          <a:bodyPr/>
          <a:lstStyle/>
          <a:p>
            <a:fld id="{294A09A9-5501-47C1-A89A-A340965A2BE2}" type="slidenum">
              <a:rPr lang="en-US" smtClean="0"/>
              <a:pPr/>
              <a:t>14</a:t>
            </a:fld>
            <a:endParaRPr lang="en-US" dirty="0"/>
          </a:p>
        </p:txBody>
      </p:sp>
      <p:sp>
        <p:nvSpPr>
          <p:cNvPr id="5" name="Title 4">
            <a:extLst>
              <a:ext uri="{FF2B5EF4-FFF2-40B4-BE49-F238E27FC236}">
                <a16:creationId xmlns:a16="http://schemas.microsoft.com/office/drawing/2014/main" id="{3603307F-86A0-EA97-79CC-B63D7B81666E}"/>
              </a:ext>
            </a:extLst>
          </p:cNvPr>
          <p:cNvSpPr>
            <a:spLocks noGrp="1"/>
          </p:cNvSpPr>
          <p:nvPr>
            <p:ph type="ctrTitle"/>
          </p:nvPr>
        </p:nvSpPr>
        <p:spPr/>
        <p:txBody>
          <a:bodyPr/>
          <a:lstStyle/>
          <a:p>
            <a:r>
              <a:rPr lang="en-US" dirty="0"/>
              <a:t>Sample</a:t>
            </a:r>
          </a:p>
        </p:txBody>
      </p:sp>
      <p:sp>
        <p:nvSpPr>
          <p:cNvPr id="6" name="Content Placeholder 5">
            <a:extLst>
              <a:ext uri="{FF2B5EF4-FFF2-40B4-BE49-F238E27FC236}">
                <a16:creationId xmlns:a16="http://schemas.microsoft.com/office/drawing/2014/main" id="{5BA88544-AE00-7EA8-D279-32E512DB1989}"/>
              </a:ext>
            </a:extLst>
          </p:cNvPr>
          <p:cNvSpPr>
            <a:spLocks noGrp="1"/>
          </p:cNvSpPr>
          <p:nvPr>
            <p:ph sz="quarter" idx="13"/>
          </p:nvPr>
        </p:nvSpPr>
        <p:spPr/>
        <p:txBody>
          <a:bodyPr/>
          <a:lstStyle/>
          <a:p>
            <a:r>
              <a:rPr lang="en-US" dirty="0"/>
              <a:t>The bundle support feature branch in github</a:t>
            </a:r>
            <a:endParaRPr lang="en-US" dirty="0">
              <a:hlinkClick r:id="rId2">
                <a:extLst>
                  <a:ext uri="{A12FA001-AC4F-418D-AE19-62706E023703}">
                    <ahyp:hlinkClr xmlns:ahyp="http://schemas.microsoft.com/office/drawing/2018/hyperlinkcolor" val="tx"/>
                  </a:ext>
                </a:extLst>
              </a:hlinkClick>
            </a:endParaRPr>
          </a:p>
          <a:p>
            <a:pPr lvl="1"/>
            <a:r>
              <a:rPr lang="en-US" dirty="0">
                <a:hlinkClick r:id="rId2"/>
              </a:rPr>
              <a:t>https://github.com/hl7au/au-fhir-erequesting/tree/ft-bundle-support</a:t>
            </a:r>
            <a:endParaRPr lang="en-US" dirty="0"/>
          </a:p>
          <a:p>
            <a:r>
              <a:rPr lang="en-US" dirty="0"/>
              <a:t>Build of the feature branch</a:t>
            </a:r>
            <a:endParaRPr lang="en-US" dirty="0">
              <a:hlinkClick r:id="rId3"/>
            </a:endParaRPr>
          </a:p>
          <a:p>
            <a:pPr lvl="1"/>
            <a:r>
              <a:rPr lang="en-US" dirty="0">
                <a:hlinkClick r:id="rId3"/>
              </a:rPr>
              <a:t>https://build.fhir.org/ig/hl7au/au-fhir-erequesting/branches/ft-bundle-support/index.html</a:t>
            </a:r>
            <a:endParaRPr lang="en-US" dirty="0"/>
          </a:p>
          <a:p>
            <a:endParaRPr lang="en-US" dirty="0"/>
          </a:p>
        </p:txBody>
      </p:sp>
    </p:spTree>
    <p:extLst>
      <p:ext uri="{BB962C8B-B14F-4D97-AF65-F5344CB8AC3E}">
        <p14:creationId xmlns:p14="http://schemas.microsoft.com/office/powerpoint/2010/main" val="1320271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D6C524-765F-8926-2A84-2E3A86B3ECE7}"/>
              </a:ext>
            </a:extLst>
          </p:cNvPr>
          <p:cNvSpPr>
            <a:spLocks noGrp="1"/>
          </p:cNvSpPr>
          <p:nvPr>
            <p:ph type="dt" sz="half" idx="10"/>
          </p:nvPr>
        </p:nvSpPr>
        <p:spPr/>
        <p:txBody>
          <a:bodyPr/>
          <a:lstStyle/>
          <a:p>
            <a:fld id="{A4486D74-B37B-F546-968B-4AC3E7616DD3}" type="datetime1">
              <a:rPr lang="en-US" smtClean="0"/>
              <a:pPr/>
              <a:t>5/15/26</a:t>
            </a:fld>
            <a:endParaRPr lang="en-US" dirty="0"/>
          </a:p>
        </p:txBody>
      </p:sp>
      <p:sp>
        <p:nvSpPr>
          <p:cNvPr id="3" name="Footer Placeholder 2">
            <a:extLst>
              <a:ext uri="{FF2B5EF4-FFF2-40B4-BE49-F238E27FC236}">
                <a16:creationId xmlns:a16="http://schemas.microsoft.com/office/drawing/2014/main" id="{0C0801CF-DA47-0928-09D7-C976C4024E5A}"/>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BADEDDDD-91A8-9DAE-EE90-FECAD2379A86}"/>
              </a:ext>
            </a:extLst>
          </p:cNvPr>
          <p:cNvSpPr>
            <a:spLocks noGrp="1"/>
          </p:cNvSpPr>
          <p:nvPr>
            <p:ph type="sldNum" sz="quarter" idx="12"/>
          </p:nvPr>
        </p:nvSpPr>
        <p:spPr/>
        <p:txBody>
          <a:bodyPr/>
          <a:lstStyle/>
          <a:p>
            <a:fld id="{294A09A9-5501-47C1-A89A-A340965A2BE2}" type="slidenum">
              <a:rPr lang="en-US" smtClean="0"/>
              <a:pPr/>
              <a:t>15</a:t>
            </a:fld>
            <a:endParaRPr lang="en-US" dirty="0"/>
          </a:p>
        </p:txBody>
      </p:sp>
      <p:sp>
        <p:nvSpPr>
          <p:cNvPr id="5" name="Title 4">
            <a:extLst>
              <a:ext uri="{FF2B5EF4-FFF2-40B4-BE49-F238E27FC236}">
                <a16:creationId xmlns:a16="http://schemas.microsoft.com/office/drawing/2014/main" id="{3053132D-E173-7204-4037-E052F486316D}"/>
              </a:ext>
            </a:extLst>
          </p:cNvPr>
          <p:cNvSpPr>
            <a:spLocks noGrp="1"/>
          </p:cNvSpPr>
          <p:nvPr>
            <p:ph type="ctrTitle"/>
          </p:nvPr>
        </p:nvSpPr>
        <p:spPr/>
        <p:txBody>
          <a:bodyPr/>
          <a:lstStyle/>
          <a:p>
            <a:r>
              <a:rPr lang="en-US" dirty="0"/>
              <a:t>Ongoing support</a:t>
            </a:r>
          </a:p>
        </p:txBody>
      </p:sp>
      <p:sp>
        <p:nvSpPr>
          <p:cNvPr id="6" name="Content Placeholder 5">
            <a:extLst>
              <a:ext uri="{FF2B5EF4-FFF2-40B4-BE49-F238E27FC236}">
                <a16:creationId xmlns:a16="http://schemas.microsoft.com/office/drawing/2014/main" id="{674A7FDE-6FB5-A5C9-A99E-C29B0A61FCA1}"/>
              </a:ext>
            </a:extLst>
          </p:cNvPr>
          <p:cNvSpPr>
            <a:spLocks noGrp="1"/>
          </p:cNvSpPr>
          <p:nvPr>
            <p:ph sz="quarter" idx="13"/>
          </p:nvPr>
        </p:nvSpPr>
        <p:spPr/>
        <p:txBody>
          <a:bodyPr/>
          <a:lstStyle/>
          <a:p>
            <a:r>
              <a:rPr lang="en-US" dirty="0"/>
              <a:t>Further refinement of the eRequesting IG will need retrofitting into the bundle profile, e.g. specimen.</a:t>
            </a:r>
          </a:p>
        </p:txBody>
      </p:sp>
    </p:spTree>
    <p:extLst>
      <p:ext uri="{BB962C8B-B14F-4D97-AF65-F5344CB8AC3E}">
        <p14:creationId xmlns:p14="http://schemas.microsoft.com/office/powerpoint/2010/main" val="4152574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Digital red textured surface">
            <a:extLst>
              <a:ext uri="{FF2B5EF4-FFF2-40B4-BE49-F238E27FC236}">
                <a16:creationId xmlns:a16="http://schemas.microsoft.com/office/drawing/2014/main" id="{48A0C937-03ED-7E6C-3506-198C9946CD5E}"/>
              </a:ext>
            </a:extLst>
          </p:cNvPr>
          <p:cNvPicPr>
            <a:picLocks noGrp="1" noChangeAspect="1"/>
          </p:cNvPicPr>
          <p:nvPr>
            <p:ph type="pic" sz="quarter" idx="10"/>
          </p:nvPr>
        </p:nvPicPr>
        <p:blipFill rotWithShape="1">
          <a:blip r:embed="rId2"/>
          <a:srcRect l="4575" r="4574"/>
          <a:stretch/>
        </p:blipFill>
        <p:spPr>
          <a:xfrm>
            <a:off x="3686175" y="10"/>
            <a:ext cx="8505825" cy="6857990"/>
          </a:xfrm>
          <a:noFill/>
        </p:spPr>
      </p:pic>
      <p:sp>
        <p:nvSpPr>
          <p:cNvPr id="2" name="Title 1">
            <a:extLst>
              <a:ext uri="{FF2B5EF4-FFF2-40B4-BE49-F238E27FC236}">
                <a16:creationId xmlns:a16="http://schemas.microsoft.com/office/drawing/2014/main" id="{69FAE308-3076-43DB-B834-DA0B0AE19AF9}"/>
              </a:ext>
            </a:extLst>
          </p:cNvPr>
          <p:cNvSpPr>
            <a:spLocks noGrp="1"/>
          </p:cNvSpPr>
          <p:nvPr>
            <p:ph type="title"/>
          </p:nvPr>
        </p:nvSpPr>
        <p:spPr>
          <a:xfrm>
            <a:off x="693683" y="879635"/>
            <a:ext cx="7659486" cy="1198178"/>
          </a:xfrm>
        </p:spPr>
        <p:txBody>
          <a:bodyPr wrap="square" anchor="ctr">
            <a:normAutofit/>
          </a:bodyPr>
          <a:lstStyle/>
          <a:p>
            <a:r>
              <a:rPr lang="en-US" dirty="0"/>
              <a:t>Questions?</a:t>
            </a:r>
          </a:p>
        </p:txBody>
      </p:sp>
      <p:sp>
        <p:nvSpPr>
          <p:cNvPr id="5" name="Subtitle 4">
            <a:extLst>
              <a:ext uri="{FF2B5EF4-FFF2-40B4-BE49-F238E27FC236}">
                <a16:creationId xmlns:a16="http://schemas.microsoft.com/office/drawing/2014/main" id="{28FD5F35-685E-8C7C-AA21-3176146E95C3}"/>
              </a:ext>
            </a:extLst>
          </p:cNvPr>
          <p:cNvSpPr>
            <a:spLocks noGrp="1"/>
          </p:cNvSpPr>
          <p:nvPr>
            <p:ph type="subTitle" idx="1"/>
          </p:nvPr>
        </p:nvSpPr>
        <p:spPr>
          <a:xfrm>
            <a:off x="916016" y="2551819"/>
            <a:ext cx="3441380" cy="1781642"/>
          </a:xfrm>
        </p:spPr>
        <p:txBody>
          <a:bodyPr/>
          <a:lstStyle/>
          <a:p>
            <a:r>
              <a:rPr lang="en-US" dirty="0" err="1"/>
              <a:t>andy.bond@magentus.com</a:t>
            </a:r>
            <a:endParaRPr lang="en-US" dirty="0"/>
          </a:p>
        </p:txBody>
      </p:sp>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3A3A3A"/>
      </a:dk2>
      <a:lt2>
        <a:srgbClr val="F2F2F2"/>
      </a:lt2>
      <a:accent1>
        <a:srgbClr val="880301"/>
      </a:accent1>
      <a:accent2>
        <a:srgbClr val="CD0501"/>
      </a:accent2>
      <a:accent3>
        <a:srgbClr val="FD1B17"/>
      </a:accent3>
      <a:accent4>
        <a:srgbClr val="F9EBE5"/>
      </a:accent4>
      <a:accent5>
        <a:srgbClr val="632423"/>
      </a:accent5>
      <a:accent6>
        <a:srgbClr val="B51200"/>
      </a:accent6>
      <a:hlink>
        <a:srgbClr val="0563C1"/>
      </a:hlink>
      <a:folHlink>
        <a:srgbClr val="023160"/>
      </a:folHlink>
    </a:clrScheme>
    <a:fontScheme name="Open Sauce">
      <a:majorFont>
        <a:latin typeface="Open Sauce One"/>
        <a:ea typeface=""/>
        <a:cs typeface=""/>
      </a:majorFont>
      <a:minorFont>
        <a:latin typeface="Open Sauc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L7 Australia PPT Template V2" id="{C9532129-8921-6545-B481-D56ABBAC84FC}" vid="{DAF2377D-2433-5F4F-A647-ED2C6A5DAC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f09ad35a-d7e8-4a23-ae02-700fee156b37" xsi:nil="true"/>
    <lcf76f155ced4ddcb4097134ff3c332f xmlns="e858987b-388b-4b11-979a-f66fc5aaea2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663ADABC210E740ADA8B3C072B55E8A" ma:contentTypeVersion="13" ma:contentTypeDescription="Create a new document." ma:contentTypeScope="" ma:versionID="b2c79a0516853b673a88b06f49f71a7e">
  <xsd:schema xmlns:xsd="http://www.w3.org/2001/XMLSchema" xmlns:xs="http://www.w3.org/2001/XMLSchema" xmlns:p="http://schemas.microsoft.com/office/2006/metadata/properties" xmlns:ns2="f09ad35a-d7e8-4a23-ae02-700fee156b37" xmlns:ns3="e858987b-388b-4b11-979a-f66fc5aaea2b" targetNamespace="http://schemas.microsoft.com/office/2006/metadata/properties" ma:root="true" ma:fieldsID="96106e5124f51c7fda89fcae16ecdc0b" ns2:_="" ns3:_="">
    <xsd:import namespace="f09ad35a-d7e8-4a23-ae02-700fee156b37"/>
    <xsd:import namespace="e858987b-388b-4b11-979a-f66fc5aaea2b"/>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DateTaken" minOccurs="0"/>
                <xsd:element ref="ns3:MediaServiceGenerationTime" minOccurs="0"/>
                <xsd:element ref="ns3:MediaServiceEventHashCode" minOccurs="0"/>
                <xsd:element ref="ns3:MediaLengthInSeconds" minOccurs="0"/>
                <xsd:element ref="ns3:MediaServiceLocation" minOccurs="0"/>
                <xsd:element ref="ns3:lcf76f155ced4ddcb4097134ff3c332f" minOccurs="0"/>
                <xsd:element ref="ns2:TaxCatchAll"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9ad35a-d7e8-4a23-ae02-700fee156b3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19" nillable="true" ma:displayName="Taxonomy Catch All Column" ma:hidden="true" ma:list="{2d1b8b8e-e7e0-4ee6-a845-eb35943fce3d}" ma:internalName="TaxCatchAll" ma:showField="CatchAllData" ma:web="f09ad35a-d7e8-4a23-ae02-700fee156b3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e858987b-388b-4b11-979a-f66fc5aaea2b"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6" nillable="true" ma:displayName="Location" ma:indexed="true" ma:internalName="MediaServiceLocation"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2735e869-2d53-439e-847f-48ad20c345ad"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1B13BD-E781-417A-B53F-0EDDA23B05BE}">
  <ds:schemaRefs>
    <ds:schemaRef ds:uri="http://schemas.microsoft.com/sharepoint/v3/contenttype/forms"/>
  </ds:schemaRefs>
</ds:datastoreItem>
</file>

<file path=customXml/itemProps2.xml><?xml version="1.0" encoding="utf-8"?>
<ds:datastoreItem xmlns:ds="http://schemas.openxmlformats.org/officeDocument/2006/customXml" ds:itemID="{532BC193-1E5D-42CA-92FB-CB15BBE1F56A}">
  <ds:schemaRefs>
    <ds:schemaRef ds:uri="http://schemas.microsoft.com/office/2006/documentManagement/types"/>
    <ds:schemaRef ds:uri="http://schemas.microsoft.com/office/infopath/2007/PartnerControls"/>
    <ds:schemaRef ds:uri="http://purl.org/dc/elements/1.1/"/>
    <ds:schemaRef ds:uri="f09ad35a-d7e8-4a23-ae02-700fee156b37"/>
    <ds:schemaRef ds:uri="http://purl.org/dc/terms/"/>
    <ds:schemaRef ds:uri="http://schemas.openxmlformats.org/package/2006/metadata/core-properties"/>
    <ds:schemaRef ds:uri="http://purl.org/dc/dcmitype/"/>
    <ds:schemaRef ds:uri="e858987b-388b-4b11-979a-f66fc5aaea2b"/>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E8E20518-E7B9-4323-9021-F5CA39A3DC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9ad35a-d7e8-4a23-ae02-700fee156b37"/>
    <ds:schemaRef ds:uri="e858987b-388b-4b11-979a-f66fc5aaea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4071</TotalTime>
  <Words>1673</Words>
  <Application>Microsoft Macintosh PowerPoint</Application>
  <PresentationFormat>Widescreen</PresentationFormat>
  <Paragraphs>188</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Bahnschrift</vt:lpstr>
      <vt:lpstr>Calibri</vt:lpstr>
      <vt:lpstr>Open Sauce One</vt:lpstr>
      <vt:lpstr>Open Sauce Sans</vt:lpstr>
      <vt:lpstr>Tw Cen MT</vt:lpstr>
      <vt:lpstr>Office Theme</vt:lpstr>
      <vt:lpstr>A Transaction Bundle for AU eRequesting Diagnostic Requests</vt:lpstr>
      <vt:lpstr>Why we are here</vt:lpstr>
      <vt:lpstr>Profile family at a glance</vt:lpstr>
      <vt:lpstr>What goes in the bundle</vt:lpstr>
      <vt:lpstr>Transaction semantics</vt:lpstr>
      <vt:lpstr>Actor obligations</vt:lpstr>
      <vt:lpstr>Worked examples</vt:lpstr>
      <vt:lpstr>Issues for discussion</vt:lpstr>
      <vt:lpstr>Issue 1 – Bundle entry methods</vt:lpstr>
      <vt:lpstr>Issue 2 – Bundle slicing tooling support</vt:lpstr>
      <vt:lpstr>Issue 3 – Referential vs semantic integrity</vt:lpstr>
      <vt:lpstr>Issue 4 – Readability and example coverage</vt:lpstr>
      <vt:lpstr>Issue 5 – CommunicationRequest constraint level</vt:lpstr>
      <vt:lpstr>Sample</vt:lpstr>
      <vt:lpstr>Ongoing support</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Andy Bond</dc:creator>
  <cp:lastModifiedBy>Andy Bond</cp:lastModifiedBy>
  <cp:revision>1</cp:revision>
  <dcterms:created xsi:type="dcterms:W3CDTF">2026-05-15T03:22:34Z</dcterms:created>
  <dcterms:modified xsi:type="dcterms:W3CDTF">2026-05-17T23:13:44Z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0x010100E663ADABC210E740ADA8B3C072B55E8A</vt:lpwstr>
  </property>
</Properties>
</file>